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674" r:id="rId3"/>
  </p:sldMasterIdLst>
  <p:notesMasterIdLst>
    <p:notesMasterId r:id="rId8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327" r:id="rId17"/>
    <p:sldId id="328" r:id="rId18"/>
    <p:sldId id="329" r:id="rId19"/>
    <p:sldId id="330"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34" r:id="rId77"/>
    <p:sldId id="325" r:id="rId78"/>
    <p:sldId id="331" r:id="rId79"/>
    <p:sldId id="333" r:id="rId80"/>
    <p:sldId id="326" r:id="rId81"/>
  </p:sldIdLst>
  <p:sldSz cx="12192000" cy="6858000"/>
  <p:notesSz cx="6858000" cy="9144000"/>
  <p:embeddedFontLst>
    <p:embeddedFont>
      <p:font typeface="Calibri" panose="020F0502020204030204" pitchFamily="34" charset="0"/>
      <p:regular r:id="rId83"/>
      <p:bold r:id="rId84"/>
      <p:italic r:id="rId85"/>
      <p:boldItalic r:id="rId86"/>
    </p:embeddedFont>
    <p:embeddedFont>
      <p:font typeface="Work Sans" pitchFamily="2" charset="0"/>
      <p:regular r:id="rId87"/>
      <p:bold r:id="rId88"/>
      <p:italic r:id="rId89"/>
      <p:boldItalic r:id="rId90"/>
    </p:embeddedFont>
    <p:embeddedFont>
      <p:font typeface="Work Sans Light" pitchFamily="2" charset="0"/>
      <p:regular r:id="rId91"/>
      <p:bold r:id="rId92"/>
      <p:italic r:id="rId93"/>
      <p:boldItalic r:id="rId9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95">
          <p15:clr>
            <a:srgbClr val="A4A3A4"/>
          </p15:clr>
        </p15:guide>
        <p15:guide id="2" pos="3840">
          <p15:clr>
            <a:srgbClr val="A4A3A4"/>
          </p15:clr>
        </p15:guide>
        <p15:guide id="3" orient="horz" pos="187">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5" roundtripDataSignature="AMtx7mjuyokSmZMsO0JxYQp7TduoKNiFT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87CD129-A7B3-449A-AA17-BAFD85CA9925}">
  <a:tblStyle styleId="{387CD129-A7B3-449A-AA17-BAFD85CA992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b="off" i="off"/>
      <a:tcStyle>
        <a:tcBdr/>
        <a:fill>
          <a:solidFill>
            <a:srgbClr val="D4E2CE"/>
          </a:solidFill>
        </a:fill>
      </a:tcStyle>
    </a:band1H>
    <a:band2H>
      <a:tcTxStyle b="off" i="off"/>
      <a:tcStyle>
        <a:tcBdr/>
      </a:tcStyle>
    </a:band2H>
    <a:band1V>
      <a:tcTxStyle b="off" i="off"/>
      <a:tcStyle>
        <a:tcBdr/>
        <a:fill>
          <a:solidFill>
            <a:srgbClr val="D4E2CE"/>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6"/>
          </a:solidFill>
        </a:fill>
      </a:tcStyle>
    </a:lastCol>
    <a:firstCol>
      <a:tcTxStyle b="on" i="off">
        <a:font>
          <a:latin typeface="Calibri"/>
          <a:ea typeface="Calibri"/>
          <a:cs typeface="Calibri"/>
        </a:font>
        <a:schemeClr val="lt1"/>
      </a:tcTxStyle>
      <a:tcStyle>
        <a:tcBdr/>
        <a:fill>
          <a:solidFill>
            <a:schemeClr val="accent6"/>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b="off" i="off"/>
      <a:tcStyle>
        <a:tcBdr/>
      </a:tcStyle>
    </a:neCell>
    <a:nwCell>
      <a:tcTxStyle b="off" i="off"/>
      <a:tcStyle>
        <a:tcBdr/>
      </a:tcStyle>
    </a:nwCell>
  </a:tblStyle>
  <a:tblStyle styleId="{7C8EBF02-3790-4F3E-8D45-82AD47AE79DB}"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89" d="100"/>
          <a:sy n="89" d="100"/>
        </p:scale>
        <p:origin x="226" y="77"/>
      </p:cViewPr>
      <p:guideLst>
        <p:guide orient="horz" pos="595"/>
        <p:guide pos="3840"/>
        <p:guide orient="horz" pos="18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font" Target="fonts/font2.fntdata"/><Relationship Id="rId89" Type="http://schemas.openxmlformats.org/officeDocument/2006/relationships/font" Target="fonts/font7.fntdata"/><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font" Target="fonts/font8.fntdata"/><Relationship Id="rId95" Type="http://customschemas.google.com/relationships/presentationmetadata" Target="metadata"/><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font" Target="fonts/font3.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font" Target="fonts/font1.fntdata"/><Relationship Id="rId88" Type="http://schemas.openxmlformats.org/officeDocument/2006/relationships/font" Target="fonts/font6.fntdata"/><Relationship Id="rId91" Type="http://schemas.openxmlformats.org/officeDocument/2006/relationships/font" Target="fonts/font9.fntdata"/><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font" Target="fonts/font4.fntdata"/><Relationship Id="rId94" Type="http://schemas.openxmlformats.org/officeDocument/2006/relationships/font" Target="fonts/font12.fntdata"/><Relationship Id="rId9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font" Target="fonts/font10.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font" Target="fonts/font5.fntdata"/><Relationship Id="rId61" Type="http://schemas.openxmlformats.org/officeDocument/2006/relationships/slide" Target="slides/slide58.xml"/><Relationship Id="rId82" Type="http://schemas.openxmlformats.org/officeDocument/2006/relationships/notesMaster" Target="notesMasters/notesMaster1.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microsoft.com/office/2016/11/relationships/changesInfo" Target="changesInfos/changesInfo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font" Target="fonts/font11.fntdata"/><Relationship Id="rId9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yi Melo Salinas" userId="a2c6839d4755958c" providerId="LiveId" clId="{592D602A-B990-4AE9-9CFD-54D07E290E59}"/>
    <pc:docChg chg="undo redo custSel addSld delSld modSld sldOrd">
      <pc:chgData name="Anyi Melo Salinas" userId="a2c6839d4755958c" providerId="LiveId" clId="{592D602A-B990-4AE9-9CFD-54D07E290E59}" dt="2026-07-01T02:49:12.226" v="1153" actId="20577"/>
      <pc:docMkLst>
        <pc:docMk/>
      </pc:docMkLst>
      <pc:sldChg chg="addSp delSp modSp mod">
        <pc:chgData name="Anyi Melo Salinas" userId="a2c6839d4755958c" providerId="LiveId" clId="{592D602A-B990-4AE9-9CFD-54D07E290E59}" dt="2026-07-01T02:05:33.365" v="1044" actId="478"/>
        <pc:sldMkLst>
          <pc:docMk/>
          <pc:sldMk cId="0" sldId="257"/>
        </pc:sldMkLst>
        <pc:spChg chg="mod">
          <ac:chgData name="Anyi Melo Salinas" userId="a2c6839d4755958c" providerId="LiveId" clId="{592D602A-B990-4AE9-9CFD-54D07E290E59}" dt="2026-06-30T03:30:58.372" v="1036" actId="20577"/>
          <ac:spMkLst>
            <pc:docMk/>
            <pc:sldMk cId="0" sldId="257"/>
            <ac:spMk id="260" creationId="{00000000-0000-0000-0000-000000000000}"/>
          </ac:spMkLst>
        </pc:spChg>
        <pc:spChg chg="mod">
          <ac:chgData name="Anyi Melo Salinas" userId="a2c6839d4755958c" providerId="LiveId" clId="{592D602A-B990-4AE9-9CFD-54D07E290E59}" dt="2026-06-30T03:30:56.105" v="1034" actId="1076"/>
          <ac:spMkLst>
            <pc:docMk/>
            <pc:sldMk cId="0" sldId="257"/>
            <ac:spMk id="263" creationId="{00000000-0000-0000-0000-000000000000}"/>
          </ac:spMkLst>
        </pc:spChg>
        <pc:picChg chg="add del mod">
          <ac:chgData name="Anyi Melo Salinas" userId="a2c6839d4755958c" providerId="LiveId" clId="{592D602A-B990-4AE9-9CFD-54D07E290E59}" dt="2026-07-01T02:05:33.365" v="1044" actId="478"/>
          <ac:picMkLst>
            <pc:docMk/>
            <pc:sldMk cId="0" sldId="257"/>
            <ac:picMk id="7" creationId="{9D1CB1EA-2D00-486D-9A0C-BF80D26AB811}"/>
          </ac:picMkLst>
        </pc:picChg>
      </pc:sldChg>
      <pc:sldChg chg="addSp modSp mod">
        <pc:chgData name="Anyi Melo Salinas" userId="a2c6839d4755958c" providerId="LiveId" clId="{592D602A-B990-4AE9-9CFD-54D07E290E59}" dt="2026-07-01T02:05:38.142" v="1047" actId="1036"/>
        <pc:sldMkLst>
          <pc:docMk/>
          <pc:sldMk cId="0" sldId="259"/>
        </pc:sldMkLst>
        <pc:picChg chg="add mod">
          <ac:chgData name="Anyi Melo Salinas" userId="a2c6839d4755958c" providerId="LiveId" clId="{592D602A-B990-4AE9-9CFD-54D07E290E59}" dt="2026-07-01T02:05:38.142" v="1047" actId="1036"/>
          <ac:picMkLst>
            <pc:docMk/>
            <pc:sldMk cId="0" sldId="259"/>
            <ac:picMk id="6" creationId="{1746B82A-64C3-489A-A4B6-F47964363E80}"/>
          </ac:picMkLst>
        </pc:picChg>
      </pc:sldChg>
      <pc:sldChg chg="addSp modSp">
        <pc:chgData name="Anyi Melo Salinas" userId="a2c6839d4755958c" providerId="LiveId" clId="{592D602A-B990-4AE9-9CFD-54D07E290E59}" dt="2026-07-01T02:05:41.598" v="1048"/>
        <pc:sldMkLst>
          <pc:docMk/>
          <pc:sldMk cId="0" sldId="261"/>
        </pc:sldMkLst>
        <pc:picChg chg="add mod">
          <ac:chgData name="Anyi Melo Salinas" userId="a2c6839d4755958c" providerId="LiveId" clId="{592D602A-B990-4AE9-9CFD-54D07E290E59}" dt="2026-07-01T02:05:41.598" v="1048"/>
          <ac:picMkLst>
            <pc:docMk/>
            <pc:sldMk cId="0" sldId="261"/>
            <ac:picMk id="6" creationId="{9E0C6D81-BA2D-42E3-9E6D-D63611123911}"/>
          </ac:picMkLst>
        </pc:picChg>
      </pc:sldChg>
      <pc:sldChg chg="addSp modSp">
        <pc:chgData name="Anyi Melo Salinas" userId="a2c6839d4755958c" providerId="LiveId" clId="{592D602A-B990-4AE9-9CFD-54D07E290E59}" dt="2026-07-01T02:05:44.327" v="1049"/>
        <pc:sldMkLst>
          <pc:docMk/>
          <pc:sldMk cId="0" sldId="263"/>
        </pc:sldMkLst>
        <pc:picChg chg="add mod">
          <ac:chgData name="Anyi Melo Salinas" userId="a2c6839d4755958c" providerId="LiveId" clId="{592D602A-B990-4AE9-9CFD-54D07E290E59}" dt="2026-07-01T02:05:44.327" v="1049"/>
          <ac:picMkLst>
            <pc:docMk/>
            <pc:sldMk cId="0" sldId="263"/>
            <ac:picMk id="7" creationId="{7756E711-1A74-4AE2-B3DC-0E181933DC73}"/>
          </ac:picMkLst>
        </pc:picChg>
      </pc:sldChg>
      <pc:sldChg chg="addSp modSp">
        <pc:chgData name="Anyi Melo Salinas" userId="a2c6839d4755958c" providerId="LiveId" clId="{592D602A-B990-4AE9-9CFD-54D07E290E59}" dt="2026-07-01T02:05:48.844" v="1050"/>
        <pc:sldMkLst>
          <pc:docMk/>
          <pc:sldMk cId="0" sldId="265"/>
        </pc:sldMkLst>
        <pc:picChg chg="add mod">
          <ac:chgData name="Anyi Melo Salinas" userId="a2c6839d4755958c" providerId="LiveId" clId="{592D602A-B990-4AE9-9CFD-54D07E290E59}" dt="2026-07-01T02:05:48.844" v="1050"/>
          <ac:picMkLst>
            <pc:docMk/>
            <pc:sldMk cId="0" sldId="265"/>
            <ac:picMk id="6" creationId="{713BEFD5-7147-4C4E-A69B-683E97A784DC}"/>
          </ac:picMkLst>
        </pc:picChg>
      </pc:sldChg>
      <pc:sldChg chg="addSp modSp">
        <pc:chgData name="Anyi Melo Salinas" userId="a2c6839d4755958c" providerId="LiveId" clId="{592D602A-B990-4AE9-9CFD-54D07E290E59}" dt="2026-07-01T02:05:52.891" v="1051"/>
        <pc:sldMkLst>
          <pc:docMk/>
          <pc:sldMk cId="0" sldId="267"/>
        </pc:sldMkLst>
        <pc:picChg chg="add mod">
          <ac:chgData name="Anyi Melo Salinas" userId="a2c6839d4755958c" providerId="LiveId" clId="{592D602A-B990-4AE9-9CFD-54D07E290E59}" dt="2026-07-01T02:05:52.891" v="1051"/>
          <ac:picMkLst>
            <pc:docMk/>
            <pc:sldMk cId="0" sldId="267"/>
            <ac:picMk id="7" creationId="{18CE6606-5DA1-4488-ACCB-D1BBFABE8A32}"/>
          </ac:picMkLst>
        </pc:picChg>
      </pc:sldChg>
      <pc:sldChg chg="addSp delSp modSp">
        <pc:chgData name="Anyi Melo Salinas" userId="a2c6839d4755958c" providerId="LiveId" clId="{592D602A-B990-4AE9-9CFD-54D07E290E59}" dt="2026-07-01T02:05:56.131" v="1053"/>
        <pc:sldMkLst>
          <pc:docMk/>
          <pc:sldMk cId="0" sldId="268"/>
        </pc:sldMkLst>
        <pc:picChg chg="add del mod">
          <ac:chgData name="Anyi Melo Salinas" userId="a2c6839d4755958c" providerId="LiveId" clId="{592D602A-B990-4AE9-9CFD-54D07E290E59}" dt="2026-07-01T02:05:56.131" v="1053"/>
          <ac:picMkLst>
            <pc:docMk/>
            <pc:sldMk cId="0" sldId="268"/>
            <ac:picMk id="6" creationId="{E5BC3858-FEB7-4977-997B-B8D2FA17B7FD}"/>
          </ac:picMkLst>
        </pc:picChg>
      </pc:sldChg>
      <pc:sldChg chg="addSp modSp">
        <pc:chgData name="Anyi Melo Salinas" userId="a2c6839d4755958c" providerId="LiveId" clId="{592D602A-B990-4AE9-9CFD-54D07E290E59}" dt="2026-07-01T02:06:11.868" v="1059"/>
        <pc:sldMkLst>
          <pc:docMk/>
          <pc:sldMk cId="0" sldId="270"/>
        </pc:sldMkLst>
        <pc:picChg chg="add mod">
          <ac:chgData name="Anyi Melo Salinas" userId="a2c6839d4755958c" providerId="LiveId" clId="{592D602A-B990-4AE9-9CFD-54D07E290E59}" dt="2026-07-01T02:06:11.868" v="1059"/>
          <ac:picMkLst>
            <pc:docMk/>
            <pc:sldMk cId="0" sldId="270"/>
            <ac:picMk id="6" creationId="{63E6A4CF-4AEC-40A7-A787-FBB2F0AC1D7A}"/>
          </ac:picMkLst>
        </pc:picChg>
      </pc:sldChg>
      <pc:sldChg chg="addSp modSp">
        <pc:chgData name="Anyi Melo Salinas" userId="a2c6839d4755958c" providerId="LiveId" clId="{592D602A-B990-4AE9-9CFD-54D07E290E59}" dt="2026-07-01T02:06:16.275" v="1060"/>
        <pc:sldMkLst>
          <pc:docMk/>
          <pc:sldMk cId="0" sldId="272"/>
        </pc:sldMkLst>
        <pc:picChg chg="add mod">
          <ac:chgData name="Anyi Melo Salinas" userId="a2c6839d4755958c" providerId="LiveId" clId="{592D602A-B990-4AE9-9CFD-54D07E290E59}" dt="2026-07-01T02:06:16.275" v="1060"/>
          <ac:picMkLst>
            <pc:docMk/>
            <pc:sldMk cId="0" sldId="272"/>
            <ac:picMk id="6" creationId="{06012476-9196-4CCE-B7C1-E3DF16233840}"/>
          </ac:picMkLst>
        </pc:picChg>
      </pc:sldChg>
      <pc:sldChg chg="addSp modSp">
        <pc:chgData name="Anyi Melo Salinas" userId="a2c6839d4755958c" providerId="LiveId" clId="{592D602A-B990-4AE9-9CFD-54D07E290E59}" dt="2026-07-01T02:06:18.668" v="1061"/>
        <pc:sldMkLst>
          <pc:docMk/>
          <pc:sldMk cId="0" sldId="274"/>
        </pc:sldMkLst>
        <pc:picChg chg="add mod">
          <ac:chgData name="Anyi Melo Salinas" userId="a2c6839d4755958c" providerId="LiveId" clId="{592D602A-B990-4AE9-9CFD-54D07E290E59}" dt="2026-07-01T02:06:18.668" v="1061"/>
          <ac:picMkLst>
            <pc:docMk/>
            <pc:sldMk cId="0" sldId="274"/>
            <ac:picMk id="7" creationId="{57082514-FB81-448C-BE25-9E3786AE6D21}"/>
          </ac:picMkLst>
        </pc:picChg>
      </pc:sldChg>
      <pc:sldChg chg="addSp modSp">
        <pc:chgData name="Anyi Melo Salinas" userId="a2c6839d4755958c" providerId="LiveId" clId="{592D602A-B990-4AE9-9CFD-54D07E290E59}" dt="2026-07-01T02:06:20.504" v="1062"/>
        <pc:sldMkLst>
          <pc:docMk/>
          <pc:sldMk cId="0" sldId="275"/>
        </pc:sldMkLst>
        <pc:picChg chg="add mod">
          <ac:chgData name="Anyi Melo Salinas" userId="a2c6839d4755958c" providerId="LiveId" clId="{592D602A-B990-4AE9-9CFD-54D07E290E59}" dt="2026-07-01T02:06:20.504" v="1062"/>
          <ac:picMkLst>
            <pc:docMk/>
            <pc:sldMk cId="0" sldId="275"/>
            <ac:picMk id="7" creationId="{17BACA53-CEAE-460D-B569-F4BDCAD44DCB}"/>
          </ac:picMkLst>
        </pc:picChg>
      </pc:sldChg>
      <pc:sldChg chg="addSp modSp">
        <pc:chgData name="Anyi Melo Salinas" userId="a2c6839d4755958c" providerId="LiveId" clId="{592D602A-B990-4AE9-9CFD-54D07E290E59}" dt="2026-07-01T02:06:21.957" v="1063"/>
        <pc:sldMkLst>
          <pc:docMk/>
          <pc:sldMk cId="0" sldId="276"/>
        </pc:sldMkLst>
        <pc:picChg chg="add mod">
          <ac:chgData name="Anyi Melo Salinas" userId="a2c6839d4755958c" providerId="LiveId" clId="{592D602A-B990-4AE9-9CFD-54D07E290E59}" dt="2026-07-01T02:06:21.957" v="1063"/>
          <ac:picMkLst>
            <pc:docMk/>
            <pc:sldMk cId="0" sldId="276"/>
            <ac:picMk id="7" creationId="{63218DF4-3C72-4E94-B240-AB026B790BB9}"/>
          </ac:picMkLst>
        </pc:picChg>
      </pc:sldChg>
      <pc:sldChg chg="addSp modSp">
        <pc:chgData name="Anyi Melo Salinas" userId="a2c6839d4755958c" providerId="LiveId" clId="{592D602A-B990-4AE9-9CFD-54D07E290E59}" dt="2026-07-01T02:06:23.691" v="1064"/>
        <pc:sldMkLst>
          <pc:docMk/>
          <pc:sldMk cId="0" sldId="277"/>
        </pc:sldMkLst>
        <pc:picChg chg="add mod">
          <ac:chgData name="Anyi Melo Salinas" userId="a2c6839d4755958c" providerId="LiveId" clId="{592D602A-B990-4AE9-9CFD-54D07E290E59}" dt="2026-07-01T02:06:23.691" v="1064"/>
          <ac:picMkLst>
            <pc:docMk/>
            <pc:sldMk cId="0" sldId="277"/>
            <ac:picMk id="6" creationId="{46AE9EA7-9F41-49C9-ACBC-AE6F70DF32C7}"/>
          </ac:picMkLst>
        </pc:picChg>
      </pc:sldChg>
      <pc:sldChg chg="modSp mod">
        <pc:chgData name="Anyi Melo Salinas" userId="a2c6839d4755958c" providerId="LiveId" clId="{592D602A-B990-4AE9-9CFD-54D07E290E59}" dt="2026-06-30T03:18:45.258" v="689" actId="14100"/>
        <pc:sldMkLst>
          <pc:docMk/>
          <pc:sldMk cId="0" sldId="279"/>
        </pc:sldMkLst>
        <pc:graphicFrameChg chg="mod modGraphic">
          <ac:chgData name="Anyi Melo Salinas" userId="a2c6839d4755958c" providerId="LiveId" clId="{592D602A-B990-4AE9-9CFD-54D07E290E59}" dt="2026-06-30T03:18:45.258" v="689" actId="14100"/>
          <ac:graphicFrameMkLst>
            <pc:docMk/>
            <pc:sldMk cId="0" sldId="279"/>
            <ac:graphicFrameMk id="425" creationId="{00000000-0000-0000-0000-000000000000}"/>
          </ac:graphicFrameMkLst>
        </pc:graphicFrameChg>
      </pc:sldChg>
      <pc:sldChg chg="addSp modSp">
        <pc:chgData name="Anyi Melo Salinas" userId="a2c6839d4755958c" providerId="LiveId" clId="{592D602A-B990-4AE9-9CFD-54D07E290E59}" dt="2026-07-01T02:06:27.853" v="1065"/>
        <pc:sldMkLst>
          <pc:docMk/>
          <pc:sldMk cId="0" sldId="282"/>
        </pc:sldMkLst>
        <pc:picChg chg="add mod">
          <ac:chgData name="Anyi Melo Salinas" userId="a2c6839d4755958c" providerId="LiveId" clId="{592D602A-B990-4AE9-9CFD-54D07E290E59}" dt="2026-07-01T02:06:27.853" v="1065"/>
          <ac:picMkLst>
            <pc:docMk/>
            <pc:sldMk cId="0" sldId="282"/>
            <ac:picMk id="7" creationId="{603100DC-8A96-4ED7-9CB7-B250BC64593E}"/>
          </ac:picMkLst>
        </pc:picChg>
      </pc:sldChg>
      <pc:sldChg chg="addSp modSp">
        <pc:chgData name="Anyi Melo Salinas" userId="a2c6839d4755958c" providerId="LiveId" clId="{592D602A-B990-4AE9-9CFD-54D07E290E59}" dt="2026-07-01T02:06:29.572" v="1066"/>
        <pc:sldMkLst>
          <pc:docMk/>
          <pc:sldMk cId="0" sldId="284"/>
        </pc:sldMkLst>
        <pc:picChg chg="add mod">
          <ac:chgData name="Anyi Melo Salinas" userId="a2c6839d4755958c" providerId="LiveId" clId="{592D602A-B990-4AE9-9CFD-54D07E290E59}" dt="2026-07-01T02:06:29.572" v="1066"/>
          <ac:picMkLst>
            <pc:docMk/>
            <pc:sldMk cId="0" sldId="284"/>
            <ac:picMk id="5" creationId="{CAD2D9DF-29B6-4ACF-A970-8806DD005E0A}"/>
          </ac:picMkLst>
        </pc:picChg>
      </pc:sldChg>
      <pc:sldChg chg="addSp modSp mod">
        <pc:chgData name="Anyi Melo Salinas" userId="a2c6839d4755958c" providerId="LiveId" clId="{592D602A-B990-4AE9-9CFD-54D07E290E59}" dt="2026-07-01T02:06:32.370" v="1069" actId="1036"/>
        <pc:sldMkLst>
          <pc:docMk/>
          <pc:sldMk cId="0" sldId="285"/>
        </pc:sldMkLst>
        <pc:picChg chg="add mod">
          <ac:chgData name="Anyi Melo Salinas" userId="a2c6839d4755958c" providerId="LiveId" clId="{592D602A-B990-4AE9-9CFD-54D07E290E59}" dt="2026-07-01T02:06:32.370" v="1069" actId="1036"/>
          <ac:picMkLst>
            <pc:docMk/>
            <pc:sldMk cId="0" sldId="285"/>
            <ac:picMk id="5" creationId="{65F56496-B5F7-499F-A111-D8A54BD51BB0}"/>
          </ac:picMkLst>
        </pc:picChg>
      </pc:sldChg>
      <pc:sldChg chg="addSp modSp">
        <pc:chgData name="Anyi Melo Salinas" userId="a2c6839d4755958c" providerId="LiveId" clId="{592D602A-B990-4AE9-9CFD-54D07E290E59}" dt="2026-07-01T02:06:34.912" v="1070"/>
        <pc:sldMkLst>
          <pc:docMk/>
          <pc:sldMk cId="0" sldId="286"/>
        </pc:sldMkLst>
        <pc:picChg chg="add mod">
          <ac:chgData name="Anyi Melo Salinas" userId="a2c6839d4755958c" providerId="LiveId" clId="{592D602A-B990-4AE9-9CFD-54D07E290E59}" dt="2026-07-01T02:06:34.912" v="1070"/>
          <ac:picMkLst>
            <pc:docMk/>
            <pc:sldMk cId="0" sldId="286"/>
            <ac:picMk id="5" creationId="{13ABF844-B75C-48B1-93C6-F55BECE58F0E}"/>
          </ac:picMkLst>
        </pc:picChg>
      </pc:sldChg>
      <pc:sldChg chg="addSp modSp">
        <pc:chgData name="Anyi Melo Salinas" userId="a2c6839d4755958c" providerId="LiveId" clId="{592D602A-B990-4AE9-9CFD-54D07E290E59}" dt="2026-07-01T02:06:36.097" v="1071"/>
        <pc:sldMkLst>
          <pc:docMk/>
          <pc:sldMk cId="0" sldId="287"/>
        </pc:sldMkLst>
        <pc:picChg chg="add mod">
          <ac:chgData name="Anyi Melo Salinas" userId="a2c6839d4755958c" providerId="LiveId" clId="{592D602A-B990-4AE9-9CFD-54D07E290E59}" dt="2026-07-01T02:06:36.097" v="1071"/>
          <ac:picMkLst>
            <pc:docMk/>
            <pc:sldMk cId="0" sldId="287"/>
            <ac:picMk id="5" creationId="{A9EDCAC7-1BFF-4C6E-9A06-1074A891F3AB}"/>
          </ac:picMkLst>
        </pc:picChg>
      </pc:sldChg>
      <pc:sldChg chg="addSp modSp">
        <pc:chgData name="Anyi Melo Salinas" userId="a2c6839d4755958c" providerId="LiveId" clId="{592D602A-B990-4AE9-9CFD-54D07E290E59}" dt="2026-07-01T02:06:40.516" v="1072"/>
        <pc:sldMkLst>
          <pc:docMk/>
          <pc:sldMk cId="0" sldId="288"/>
        </pc:sldMkLst>
        <pc:picChg chg="add mod">
          <ac:chgData name="Anyi Melo Salinas" userId="a2c6839d4755958c" providerId="LiveId" clId="{592D602A-B990-4AE9-9CFD-54D07E290E59}" dt="2026-07-01T02:06:40.516" v="1072"/>
          <ac:picMkLst>
            <pc:docMk/>
            <pc:sldMk cId="0" sldId="288"/>
            <ac:picMk id="5" creationId="{0702AC3F-9B72-48FC-8619-9123B7F4AD63}"/>
          </ac:picMkLst>
        </pc:picChg>
      </pc:sldChg>
      <pc:sldChg chg="addSp modSp">
        <pc:chgData name="Anyi Melo Salinas" userId="a2c6839d4755958c" providerId="LiveId" clId="{592D602A-B990-4AE9-9CFD-54D07E290E59}" dt="2026-07-01T02:06:41.952" v="1073"/>
        <pc:sldMkLst>
          <pc:docMk/>
          <pc:sldMk cId="0" sldId="289"/>
        </pc:sldMkLst>
        <pc:picChg chg="add mod">
          <ac:chgData name="Anyi Melo Salinas" userId="a2c6839d4755958c" providerId="LiveId" clId="{592D602A-B990-4AE9-9CFD-54D07E290E59}" dt="2026-07-01T02:06:41.952" v="1073"/>
          <ac:picMkLst>
            <pc:docMk/>
            <pc:sldMk cId="0" sldId="289"/>
            <ac:picMk id="5" creationId="{55B29275-34D6-422C-AC13-767FEFF921D6}"/>
          </ac:picMkLst>
        </pc:picChg>
      </pc:sldChg>
      <pc:sldChg chg="addSp delSp modSp">
        <pc:chgData name="Anyi Melo Salinas" userId="a2c6839d4755958c" providerId="LiveId" clId="{592D602A-B990-4AE9-9CFD-54D07E290E59}" dt="2026-07-01T02:06:47.769" v="1076"/>
        <pc:sldMkLst>
          <pc:docMk/>
          <pc:sldMk cId="0" sldId="290"/>
        </pc:sldMkLst>
        <pc:picChg chg="add mod">
          <ac:chgData name="Anyi Melo Salinas" userId="a2c6839d4755958c" providerId="LiveId" clId="{592D602A-B990-4AE9-9CFD-54D07E290E59}" dt="2026-07-01T02:06:43.672" v="1074"/>
          <ac:picMkLst>
            <pc:docMk/>
            <pc:sldMk cId="0" sldId="290"/>
            <ac:picMk id="5" creationId="{87066CC3-31EC-4504-8566-D00D2B6D1E04}"/>
          </ac:picMkLst>
        </pc:picChg>
        <pc:picChg chg="add del mod">
          <ac:chgData name="Anyi Melo Salinas" userId="a2c6839d4755958c" providerId="LiveId" clId="{592D602A-B990-4AE9-9CFD-54D07E290E59}" dt="2026-07-01T02:06:47.769" v="1076"/>
          <ac:picMkLst>
            <pc:docMk/>
            <pc:sldMk cId="0" sldId="290"/>
            <ac:picMk id="6" creationId="{962EE113-AF58-40E2-BA39-EF13E0231711}"/>
          </ac:picMkLst>
        </pc:picChg>
      </pc:sldChg>
      <pc:sldChg chg="addSp modSp">
        <pc:chgData name="Anyi Melo Salinas" userId="a2c6839d4755958c" providerId="LiveId" clId="{592D602A-B990-4AE9-9CFD-54D07E290E59}" dt="2026-07-01T02:06:49.209" v="1077"/>
        <pc:sldMkLst>
          <pc:docMk/>
          <pc:sldMk cId="0" sldId="291"/>
        </pc:sldMkLst>
        <pc:picChg chg="add mod">
          <ac:chgData name="Anyi Melo Salinas" userId="a2c6839d4755958c" providerId="LiveId" clId="{592D602A-B990-4AE9-9CFD-54D07E290E59}" dt="2026-07-01T02:06:49.209" v="1077"/>
          <ac:picMkLst>
            <pc:docMk/>
            <pc:sldMk cId="0" sldId="291"/>
            <ac:picMk id="5" creationId="{F4C85BB4-3DEE-4BEF-8DE4-B3557A0EF3EF}"/>
          </ac:picMkLst>
        </pc:picChg>
      </pc:sldChg>
      <pc:sldChg chg="addSp modSp">
        <pc:chgData name="Anyi Melo Salinas" userId="a2c6839d4755958c" providerId="LiveId" clId="{592D602A-B990-4AE9-9CFD-54D07E290E59}" dt="2026-07-01T02:07:00.059" v="1078"/>
        <pc:sldMkLst>
          <pc:docMk/>
          <pc:sldMk cId="0" sldId="292"/>
        </pc:sldMkLst>
        <pc:picChg chg="add mod">
          <ac:chgData name="Anyi Melo Salinas" userId="a2c6839d4755958c" providerId="LiveId" clId="{592D602A-B990-4AE9-9CFD-54D07E290E59}" dt="2026-07-01T02:07:00.059" v="1078"/>
          <ac:picMkLst>
            <pc:docMk/>
            <pc:sldMk cId="0" sldId="292"/>
            <ac:picMk id="5" creationId="{C1B35B0F-E88C-4F96-9761-C68C8BD68830}"/>
          </ac:picMkLst>
        </pc:picChg>
      </pc:sldChg>
      <pc:sldChg chg="addSp modSp">
        <pc:chgData name="Anyi Melo Salinas" userId="a2c6839d4755958c" providerId="LiveId" clId="{592D602A-B990-4AE9-9CFD-54D07E290E59}" dt="2026-07-01T02:07:01.382" v="1079"/>
        <pc:sldMkLst>
          <pc:docMk/>
          <pc:sldMk cId="0" sldId="293"/>
        </pc:sldMkLst>
        <pc:picChg chg="add mod">
          <ac:chgData name="Anyi Melo Salinas" userId="a2c6839d4755958c" providerId="LiveId" clId="{592D602A-B990-4AE9-9CFD-54D07E290E59}" dt="2026-07-01T02:07:01.382" v="1079"/>
          <ac:picMkLst>
            <pc:docMk/>
            <pc:sldMk cId="0" sldId="293"/>
            <ac:picMk id="5" creationId="{23495FE9-4CFD-4841-801E-E38737618550}"/>
          </ac:picMkLst>
        </pc:picChg>
      </pc:sldChg>
      <pc:sldChg chg="addSp modSp">
        <pc:chgData name="Anyi Melo Salinas" userId="a2c6839d4755958c" providerId="LiveId" clId="{592D602A-B990-4AE9-9CFD-54D07E290E59}" dt="2026-07-01T02:07:02.894" v="1080"/>
        <pc:sldMkLst>
          <pc:docMk/>
          <pc:sldMk cId="0" sldId="294"/>
        </pc:sldMkLst>
        <pc:picChg chg="add mod">
          <ac:chgData name="Anyi Melo Salinas" userId="a2c6839d4755958c" providerId="LiveId" clId="{592D602A-B990-4AE9-9CFD-54D07E290E59}" dt="2026-07-01T02:07:02.894" v="1080"/>
          <ac:picMkLst>
            <pc:docMk/>
            <pc:sldMk cId="0" sldId="294"/>
            <ac:picMk id="5" creationId="{0C44B774-719C-4FF4-9B6A-BDDF58BFB08B}"/>
          </ac:picMkLst>
        </pc:picChg>
      </pc:sldChg>
      <pc:sldChg chg="addSp modSp">
        <pc:chgData name="Anyi Melo Salinas" userId="a2c6839d4755958c" providerId="LiveId" clId="{592D602A-B990-4AE9-9CFD-54D07E290E59}" dt="2026-07-01T02:07:04.690" v="1081"/>
        <pc:sldMkLst>
          <pc:docMk/>
          <pc:sldMk cId="0" sldId="295"/>
        </pc:sldMkLst>
        <pc:picChg chg="add mod">
          <ac:chgData name="Anyi Melo Salinas" userId="a2c6839d4755958c" providerId="LiveId" clId="{592D602A-B990-4AE9-9CFD-54D07E290E59}" dt="2026-07-01T02:07:04.690" v="1081"/>
          <ac:picMkLst>
            <pc:docMk/>
            <pc:sldMk cId="0" sldId="295"/>
            <ac:picMk id="5" creationId="{BFE5C7DF-C4C2-4666-9C85-745A1CA6DBCA}"/>
          </ac:picMkLst>
        </pc:picChg>
      </pc:sldChg>
      <pc:sldChg chg="addSp modSp">
        <pc:chgData name="Anyi Melo Salinas" userId="a2c6839d4755958c" providerId="LiveId" clId="{592D602A-B990-4AE9-9CFD-54D07E290E59}" dt="2026-07-01T02:07:05.971" v="1082"/>
        <pc:sldMkLst>
          <pc:docMk/>
          <pc:sldMk cId="0" sldId="296"/>
        </pc:sldMkLst>
        <pc:picChg chg="add mod">
          <ac:chgData name="Anyi Melo Salinas" userId="a2c6839d4755958c" providerId="LiveId" clId="{592D602A-B990-4AE9-9CFD-54D07E290E59}" dt="2026-07-01T02:07:05.971" v="1082"/>
          <ac:picMkLst>
            <pc:docMk/>
            <pc:sldMk cId="0" sldId="296"/>
            <ac:picMk id="5" creationId="{3A8C3620-0AF3-43A9-8A2B-A4FAC4B1D5AA}"/>
          </ac:picMkLst>
        </pc:picChg>
      </pc:sldChg>
      <pc:sldChg chg="addSp delSp modSp">
        <pc:chgData name="Anyi Melo Salinas" userId="a2c6839d4755958c" providerId="LiveId" clId="{592D602A-B990-4AE9-9CFD-54D07E290E59}" dt="2026-07-01T02:07:09.497" v="1085"/>
        <pc:sldMkLst>
          <pc:docMk/>
          <pc:sldMk cId="0" sldId="297"/>
        </pc:sldMkLst>
        <pc:picChg chg="add mod">
          <ac:chgData name="Anyi Melo Salinas" userId="a2c6839d4755958c" providerId="LiveId" clId="{592D602A-B990-4AE9-9CFD-54D07E290E59}" dt="2026-07-01T02:07:07.095" v="1083"/>
          <ac:picMkLst>
            <pc:docMk/>
            <pc:sldMk cId="0" sldId="297"/>
            <ac:picMk id="5" creationId="{EA40F55A-3D69-4E14-ADEF-5F387BCD19BD}"/>
          </ac:picMkLst>
        </pc:picChg>
        <pc:picChg chg="add del mod">
          <ac:chgData name="Anyi Melo Salinas" userId="a2c6839d4755958c" providerId="LiveId" clId="{592D602A-B990-4AE9-9CFD-54D07E290E59}" dt="2026-07-01T02:07:09.497" v="1085"/>
          <ac:picMkLst>
            <pc:docMk/>
            <pc:sldMk cId="0" sldId="297"/>
            <ac:picMk id="6" creationId="{C5A2E528-7D35-4F7D-9534-76DF514A973E}"/>
          </ac:picMkLst>
        </pc:picChg>
      </pc:sldChg>
      <pc:sldChg chg="addSp modSp">
        <pc:chgData name="Anyi Melo Salinas" userId="a2c6839d4755958c" providerId="LiveId" clId="{592D602A-B990-4AE9-9CFD-54D07E290E59}" dt="2026-07-01T02:07:12.013" v="1086"/>
        <pc:sldMkLst>
          <pc:docMk/>
          <pc:sldMk cId="0" sldId="298"/>
        </pc:sldMkLst>
        <pc:picChg chg="add mod">
          <ac:chgData name="Anyi Melo Salinas" userId="a2c6839d4755958c" providerId="LiveId" clId="{592D602A-B990-4AE9-9CFD-54D07E290E59}" dt="2026-07-01T02:07:12.013" v="1086"/>
          <ac:picMkLst>
            <pc:docMk/>
            <pc:sldMk cId="0" sldId="298"/>
            <ac:picMk id="5" creationId="{152FE145-AB45-4C52-9E92-5C2D5C156A7E}"/>
          </ac:picMkLst>
        </pc:picChg>
      </pc:sldChg>
      <pc:sldChg chg="addSp modSp">
        <pc:chgData name="Anyi Melo Salinas" userId="a2c6839d4755958c" providerId="LiveId" clId="{592D602A-B990-4AE9-9CFD-54D07E290E59}" dt="2026-07-01T02:07:13.732" v="1087"/>
        <pc:sldMkLst>
          <pc:docMk/>
          <pc:sldMk cId="0" sldId="299"/>
        </pc:sldMkLst>
        <pc:picChg chg="add mod">
          <ac:chgData name="Anyi Melo Salinas" userId="a2c6839d4755958c" providerId="LiveId" clId="{592D602A-B990-4AE9-9CFD-54D07E290E59}" dt="2026-07-01T02:07:13.732" v="1087"/>
          <ac:picMkLst>
            <pc:docMk/>
            <pc:sldMk cId="0" sldId="299"/>
            <ac:picMk id="5" creationId="{197A6D72-0229-46F4-89F8-5A98B3F0A5CA}"/>
          </ac:picMkLst>
        </pc:picChg>
      </pc:sldChg>
      <pc:sldChg chg="addSp delSp modSp">
        <pc:chgData name="Anyi Melo Salinas" userId="a2c6839d4755958c" providerId="LiveId" clId="{592D602A-B990-4AE9-9CFD-54D07E290E59}" dt="2026-07-01T02:07:17.574" v="1090"/>
        <pc:sldMkLst>
          <pc:docMk/>
          <pc:sldMk cId="0" sldId="300"/>
        </pc:sldMkLst>
        <pc:picChg chg="add mod">
          <ac:chgData name="Anyi Melo Salinas" userId="a2c6839d4755958c" providerId="LiveId" clId="{592D602A-B990-4AE9-9CFD-54D07E290E59}" dt="2026-07-01T02:07:15.258" v="1088"/>
          <ac:picMkLst>
            <pc:docMk/>
            <pc:sldMk cId="0" sldId="300"/>
            <ac:picMk id="5" creationId="{80F74D37-A01D-43E7-AD73-446CBDE02BEB}"/>
          </ac:picMkLst>
        </pc:picChg>
        <pc:picChg chg="add del mod">
          <ac:chgData name="Anyi Melo Salinas" userId="a2c6839d4755958c" providerId="LiveId" clId="{592D602A-B990-4AE9-9CFD-54D07E290E59}" dt="2026-07-01T02:07:17.574" v="1090"/>
          <ac:picMkLst>
            <pc:docMk/>
            <pc:sldMk cId="0" sldId="300"/>
            <ac:picMk id="6" creationId="{2A72429A-36D0-4DFF-A8EE-C97E9621362F}"/>
          </ac:picMkLst>
        </pc:picChg>
      </pc:sldChg>
      <pc:sldChg chg="addSp delSp modSp">
        <pc:chgData name="Anyi Melo Salinas" userId="a2c6839d4755958c" providerId="LiveId" clId="{592D602A-B990-4AE9-9CFD-54D07E290E59}" dt="2026-07-01T02:07:22.297" v="1093"/>
        <pc:sldMkLst>
          <pc:docMk/>
          <pc:sldMk cId="0" sldId="301"/>
        </pc:sldMkLst>
        <pc:picChg chg="add mod">
          <ac:chgData name="Anyi Melo Salinas" userId="a2c6839d4755958c" providerId="LiveId" clId="{592D602A-B990-4AE9-9CFD-54D07E290E59}" dt="2026-07-01T02:07:19.815" v="1091"/>
          <ac:picMkLst>
            <pc:docMk/>
            <pc:sldMk cId="0" sldId="301"/>
            <ac:picMk id="5" creationId="{1289A968-DA91-4710-9365-F4DC2228DFD9}"/>
          </ac:picMkLst>
        </pc:picChg>
        <pc:picChg chg="add del mod">
          <ac:chgData name="Anyi Melo Salinas" userId="a2c6839d4755958c" providerId="LiveId" clId="{592D602A-B990-4AE9-9CFD-54D07E290E59}" dt="2026-07-01T02:07:22.297" v="1093"/>
          <ac:picMkLst>
            <pc:docMk/>
            <pc:sldMk cId="0" sldId="301"/>
            <ac:picMk id="6" creationId="{04B13FE7-0952-4BFD-8180-A420DB520C8F}"/>
          </ac:picMkLst>
        </pc:picChg>
      </pc:sldChg>
      <pc:sldChg chg="addSp modSp">
        <pc:chgData name="Anyi Melo Salinas" userId="a2c6839d4755958c" providerId="LiveId" clId="{592D602A-B990-4AE9-9CFD-54D07E290E59}" dt="2026-07-01T02:07:24.908" v="1094"/>
        <pc:sldMkLst>
          <pc:docMk/>
          <pc:sldMk cId="0" sldId="302"/>
        </pc:sldMkLst>
        <pc:picChg chg="add mod">
          <ac:chgData name="Anyi Melo Salinas" userId="a2c6839d4755958c" providerId="LiveId" clId="{592D602A-B990-4AE9-9CFD-54D07E290E59}" dt="2026-07-01T02:07:24.908" v="1094"/>
          <ac:picMkLst>
            <pc:docMk/>
            <pc:sldMk cId="0" sldId="302"/>
            <ac:picMk id="5" creationId="{93461925-A431-4F13-B8EA-946CAC780940}"/>
          </ac:picMkLst>
        </pc:picChg>
      </pc:sldChg>
      <pc:sldChg chg="addSp modSp">
        <pc:chgData name="Anyi Melo Salinas" userId="a2c6839d4755958c" providerId="LiveId" clId="{592D602A-B990-4AE9-9CFD-54D07E290E59}" dt="2026-07-01T02:07:26.563" v="1095"/>
        <pc:sldMkLst>
          <pc:docMk/>
          <pc:sldMk cId="0" sldId="303"/>
        </pc:sldMkLst>
        <pc:picChg chg="add mod">
          <ac:chgData name="Anyi Melo Salinas" userId="a2c6839d4755958c" providerId="LiveId" clId="{592D602A-B990-4AE9-9CFD-54D07E290E59}" dt="2026-07-01T02:07:26.563" v="1095"/>
          <ac:picMkLst>
            <pc:docMk/>
            <pc:sldMk cId="0" sldId="303"/>
            <ac:picMk id="5" creationId="{A7305A63-EB6D-45AD-919A-78F7E1CF32C4}"/>
          </ac:picMkLst>
        </pc:picChg>
      </pc:sldChg>
      <pc:sldChg chg="addSp modSp">
        <pc:chgData name="Anyi Melo Salinas" userId="a2c6839d4755958c" providerId="LiveId" clId="{592D602A-B990-4AE9-9CFD-54D07E290E59}" dt="2026-07-01T02:07:28.379" v="1096"/>
        <pc:sldMkLst>
          <pc:docMk/>
          <pc:sldMk cId="0" sldId="304"/>
        </pc:sldMkLst>
        <pc:picChg chg="add mod">
          <ac:chgData name="Anyi Melo Salinas" userId="a2c6839d4755958c" providerId="LiveId" clId="{592D602A-B990-4AE9-9CFD-54D07E290E59}" dt="2026-07-01T02:07:28.379" v="1096"/>
          <ac:picMkLst>
            <pc:docMk/>
            <pc:sldMk cId="0" sldId="304"/>
            <ac:picMk id="5" creationId="{34D7E369-0252-4032-B401-8C9BA4F25489}"/>
          </ac:picMkLst>
        </pc:picChg>
      </pc:sldChg>
      <pc:sldChg chg="addSp modSp">
        <pc:chgData name="Anyi Melo Salinas" userId="a2c6839d4755958c" providerId="LiveId" clId="{592D602A-B990-4AE9-9CFD-54D07E290E59}" dt="2026-07-01T02:07:30.367" v="1097"/>
        <pc:sldMkLst>
          <pc:docMk/>
          <pc:sldMk cId="0" sldId="305"/>
        </pc:sldMkLst>
        <pc:picChg chg="add mod">
          <ac:chgData name="Anyi Melo Salinas" userId="a2c6839d4755958c" providerId="LiveId" clId="{592D602A-B990-4AE9-9CFD-54D07E290E59}" dt="2026-07-01T02:07:30.367" v="1097"/>
          <ac:picMkLst>
            <pc:docMk/>
            <pc:sldMk cId="0" sldId="305"/>
            <ac:picMk id="5" creationId="{08D8688E-774F-4FD4-998D-89CE68AC3F7B}"/>
          </ac:picMkLst>
        </pc:picChg>
      </pc:sldChg>
      <pc:sldChg chg="addSp modSp">
        <pc:chgData name="Anyi Melo Salinas" userId="a2c6839d4755958c" providerId="LiveId" clId="{592D602A-B990-4AE9-9CFD-54D07E290E59}" dt="2026-07-01T02:07:31.727" v="1098"/>
        <pc:sldMkLst>
          <pc:docMk/>
          <pc:sldMk cId="0" sldId="306"/>
        </pc:sldMkLst>
        <pc:picChg chg="add mod">
          <ac:chgData name="Anyi Melo Salinas" userId="a2c6839d4755958c" providerId="LiveId" clId="{592D602A-B990-4AE9-9CFD-54D07E290E59}" dt="2026-07-01T02:07:31.727" v="1098"/>
          <ac:picMkLst>
            <pc:docMk/>
            <pc:sldMk cId="0" sldId="306"/>
            <ac:picMk id="5" creationId="{51FE8BE9-990B-40E3-89B5-B75561E4E976}"/>
          </ac:picMkLst>
        </pc:picChg>
      </pc:sldChg>
      <pc:sldChg chg="addSp modSp">
        <pc:chgData name="Anyi Melo Salinas" userId="a2c6839d4755958c" providerId="LiveId" clId="{592D602A-B990-4AE9-9CFD-54D07E290E59}" dt="2026-07-01T02:07:33.075" v="1099"/>
        <pc:sldMkLst>
          <pc:docMk/>
          <pc:sldMk cId="0" sldId="307"/>
        </pc:sldMkLst>
        <pc:picChg chg="add mod">
          <ac:chgData name="Anyi Melo Salinas" userId="a2c6839d4755958c" providerId="LiveId" clId="{592D602A-B990-4AE9-9CFD-54D07E290E59}" dt="2026-07-01T02:07:33.075" v="1099"/>
          <ac:picMkLst>
            <pc:docMk/>
            <pc:sldMk cId="0" sldId="307"/>
            <ac:picMk id="5" creationId="{EF04E686-8790-4E16-9980-056FE25A9D7A}"/>
          </ac:picMkLst>
        </pc:picChg>
      </pc:sldChg>
      <pc:sldChg chg="addSp modSp">
        <pc:chgData name="Anyi Melo Salinas" userId="a2c6839d4755958c" providerId="LiveId" clId="{592D602A-B990-4AE9-9CFD-54D07E290E59}" dt="2026-07-01T02:07:34.378" v="1100"/>
        <pc:sldMkLst>
          <pc:docMk/>
          <pc:sldMk cId="0" sldId="308"/>
        </pc:sldMkLst>
        <pc:picChg chg="add mod">
          <ac:chgData name="Anyi Melo Salinas" userId="a2c6839d4755958c" providerId="LiveId" clId="{592D602A-B990-4AE9-9CFD-54D07E290E59}" dt="2026-07-01T02:07:34.378" v="1100"/>
          <ac:picMkLst>
            <pc:docMk/>
            <pc:sldMk cId="0" sldId="308"/>
            <ac:picMk id="5" creationId="{98A5EE7E-16CB-4B1E-94B6-42E966FB9337}"/>
          </ac:picMkLst>
        </pc:picChg>
      </pc:sldChg>
      <pc:sldChg chg="addSp delSp modSp">
        <pc:chgData name="Anyi Melo Salinas" userId="a2c6839d4755958c" providerId="LiveId" clId="{592D602A-B990-4AE9-9CFD-54D07E290E59}" dt="2026-07-01T02:07:38.367" v="1103"/>
        <pc:sldMkLst>
          <pc:docMk/>
          <pc:sldMk cId="0" sldId="309"/>
        </pc:sldMkLst>
        <pc:picChg chg="add mod">
          <ac:chgData name="Anyi Melo Salinas" userId="a2c6839d4755958c" providerId="LiveId" clId="{592D602A-B990-4AE9-9CFD-54D07E290E59}" dt="2026-07-01T02:07:35.650" v="1101"/>
          <ac:picMkLst>
            <pc:docMk/>
            <pc:sldMk cId="0" sldId="309"/>
            <ac:picMk id="5" creationId="{A0CDF63B-5104-48DA-BA34-7DC9DC73655C}"/>
          </ac:picMkLst>
        </pc:picChg>
        <pc:picChg chg="add del mod">
          <ac:chgData name="Anyi Melo Salinas" userId="a2c6839d4755958c" providerId="LiveId" clId="{592D602A-B990-4AE9-9CFD-54D07E290E59}" dt="2026-07-01T02:07:38.367" v="1103"/>
          <ac:picMkLst>
            <pc:docMk/>
            <pc:sldMk cId="0" sldId="309"/>
            <ac:picMk id="6" creationId="{3E250C93-560A-4111-9260-E204A251B3BF}"/>
          </ac:picMkLst>
        </pc:picChg>
      </pc:sldChg>
      <pc:sldChg chg="addSp modSp">
        <pc:chgData name="Anyi Melo Salinas" userId="a2c6839d4755958c" providerId="LiveId" clId="{592D602A-B990-4AE9-9CFD-54D07E290E59}" dt="2026-07-01T02:07:41.250" v="1104"/>
        <pc:sldMkLst>
          <pc:docMk/>
          <pc:sldMk cId="0" sldId="311"/>
        </pc:sldMkLst>
        <pc:picChg chg="add mod">
          <ac:chgData name="Anyi Melo Salinas" userId="a2c6839d4755958c" providerId="LiveId" clId="{592D602A-B990-4AE9-9CFD-54D07E290E59}" dt="2026-07-01T02:07:41.250" v="1104"/>
          <ac:picMkLst>
            <pc:docMk/>
            <pc:sldMk cId="0" sldId="311"/>
            <ac:picMk id="5" creationId="{F75BD79F-79DC-4C0C-A3BD-CF8E7EE67768}"/>
          </ac:picMkLst>
        </pc:picChg>
      </pc:sldChg>
      <pc:sldChg chg="addSp modSp">
        <pc:chgData name="Anyi Melo Salinas" userId="a2c6839d4755958c" providerId="LiveId" clId="{592D602A-B990-4AE9-9CFD-54D07E290E59}" dt="2026-07-01T02:07:42.695" v="1105"/>
        <pc:sldMkLst>
          <pc:docMk/>
          <pc:sldMk cId="0" sldId="312"/>
        </pc:sldMkLst>
        <pc:picChg chg="add mod">
          <ac:chgData name="Anyi Melo Salinas" userId="a2c6839d4755958c" providerId="LiveId" clId="{592D602A-B990-4AE9-9CFD-54D07E290E59}" dt="2026-07-01T02:07:42.695" v="1105"/>
          <ac:picMkLst>
            <pc:docMk/>
            <pc:sldMk cId="0" sldId="312"/>
            <ac:picMk id="5" creationId="{A8D73C61-6C96-494A-9FFD-65CE874FEEC4}"/>
          </ac:picMkLst>
        </pc:picChg>
      </pc:sldChg>
      <pc:sldChg chg="addSp delSp modSp mod">
        <pc:chgData name="Anyi Melo Salinas" userId="a2c6839d4755958c" providerId="LiveId" clId="{592D602A-B990-4AE9-9CFD-54D07E290E59}" dt="2026-07-01T02:07:55.320" v="1114"/>
        <pc:sldMkLst>
          <pc:docMk/>
          <pc:sldMk cId="0" sldId="313"/>
        </pc:sldMkLst>
        <pc:picChg chg="add del mod">
          <ac:chgData name="Anyi Melo Salinas" userId="a2c6839d4755958c" providerId="LiveId" clId="{592D602A-B990-4AE9-9CFD-54D07E290E59}" dt="2026-07-01T02:07:53.685" v="1113" actId="21"/>
          <ac:picMkLst>
            <pc:docMk/>
            <pc:sldMk cId="0" sldId="313"/>
            <ac:picMk id="5" creationId="{41E2DACF-35A3-43A0-8F03-6CE605A40B4B}"/>
          </ac:picMkLst>
        </pc:picChg>
        <pc:picChg chg="add del mod">
          <ac:chgData name="Anyi Melo Salinas" userId="a2c6839d4755958c" providerId="LiveId" clId="{592D602A-B990-4AE9-9CFD-54D07E290E59}" dt="2026-07-01T02:07:46.151" v="1108" actId="21"/>
          <ac:picMkLst>
            <pc:docMk/>
            <pc:sldMk cId="0" sldId="313"/>
            <ac:picMk id="6" creationId="{299A59D1-77A1-412E-AEB0-2664533DEB71}"/>
          </ac:picMkLst>
        </pc:picChg>
        <pc:picChg chg="add mod">
          <ac:chgData name="Anyi Melo Salinas" userId="a2c6839d4755958c" providerId="LiveId" clId="{592D602A-B990-4AE9-9CFD-54D07E290E59}" dt="2026-07-01T02:07:55.320" v="1114"/>
          <ac:picMkLst>
            <pc:docMk/>
            <pc:sldMk cId="0" sldId="313"/>
            <ac:picMk id="7" creationId="{024A38D9-D0D2-4A6E-8A22-A4192D7F411F}"/>
          </ac:picMkLst>
        </pc:picChg>
      </pc:sldChg>
      <pc:sldChg chg="addSp delSp modSp">
        <pc:chgData name="Anyi Melo Salinas" userId="a2c6839d4755958c" providerId="LiveId" clId="{592D602A-B990-4AE9-9CFD-54D07E290E59}" dt="2026-07-01T02:07:57.408" v="1115"/>
        <pc:sldMkLst>
          <pc:docMk/>
          <pc:sldMk cId="0" sldId="314"/>
        </pc:sldMkLst>
        <pc:picChg chg="add del mod">
          <ac:chgData name="Anyi Melo Salinas" userId="a2c6839d4755958c" providerId="LiveId" clId="{592D602A-B990-4AE9-9CFD-54D07E290E59}" dt="2026-07-01T02:07:48.833" v="1110"/>
          <ac:picMkLst>
            <pc:docMk/>
            <pc:sldMk cId="0" sldId="314"/>
            <ac:picMk id="5" creationId="{1A8CF245-31CA-4245-8C79-EAC8095428D6}"/>
          </ac:picMkLst>
        </pc:picChg>
        <pc:picChg chg="add del mod">
          <ac:chgData name="Anyi Melo Salinas" userId="a2c6839d4755958c" providerId="LiveId" clId="{592D602A-B990-4AE9-9CFD-54D07E290E59}" dt="2026-07-01T02:07:51.406" v="1112"/>
          <ac:picMkLst>
            <pc:docMk/>
            <pc:sldMk cId="0" sldId="314"/>
            <ac:picMk id="6" creationId="{135B0098-5A55-4ADD-A853-D249DFF6AE8C}"/>
          </ac:picMkLst>
        </pc:picChg>
        <pc:picChg chg="add mod">
          <ac:chgData name="Anyi Melo Salinas" userId="a2c6839d4755958c" providerId="LiveId" clId="{592D602A-B990-4AE9-9CFD-54D07E290E59}" dt="2026-07-01T02:07:57.408" v="1115"/>
          <ac:picMkLst>
            <pc:docMk/>
            <pc:sldMk cId="0" sldId="314"/>
            <ac:picMk id="7" creationId="{C9FEAF43-EFD4-440C-BF33-DF0125A3F1E5}"/>
          </ac:picMkLst>
        </pc:picChg>
      </pc:sldChg>
      <pc:sldChg chg="addSp delSp modSp">
        <pc:chgData name="Anyi Melo Salinas" userId="a2c6839d4755958c" providerId="LiveId" clId="{592D602A-B990-4AE9-9CFD-54D07E290E59}" dt="2026-07-01T02:07:59.852" v="1117"/>
        <pc:sldMkLst>
          <pc:docMk/>
          <pc:sldMk cId="0" sldId="315"/>
        </pc:sldMkLst>
        <pc:picChg chg="add del mod">
          <ac:chgData name="Anyi Melo Salinas" userId="a2c6839d4755958c" providerId="LiveId" clId="{592D602A-B990-4AE9-9CFD-54D07E290E59}" dt="2026-07-01T02:07:59.852" v="1117"/>
          <ac:picMkLst>
            <pc:docMk/>
            <pc:sldMk cId="0" sldId="315"/>
            <ac:picMk id="4" creationId="{5B4854FE-F198-4D6A-816A-9DD735172822}"/>
          </ac:picMkLst>
        </pc:picChg>
      </pc:sldChg>
      <pc:sldChg chg="addSp delSp modSp mod">
        <pc:chgData name="Anyi Melo Salinas" userId="a2c6839d4755958c" providerId="LiveId" clId="{592D602A-B990-4AE9-9CFD-54D07E290E59}" dt="2026-07-01T02:08:01.148" v="1118"/>
        <pc:sldMkLst>
          <pc:docMk/>
          <pc:sldMk cId="0" sldId="316"/>
        </pc:sldMkLst>
        <pc:picChg chg="add mod">
          <ac:chgData name="Anyi Melo Salinas" userId="a2c6839d4755958c" providerId="LiveId" clId="{592D602A-B990-4AE9-9CFD-54D07E290E59}" dt="2026-06-30T01:17:02.188" v="363"/>
          <ac:picMkLst>
            <pc:docMk/>
            <pc:sldMk cId="0" sldId="316"/>
            <ac:picMk id="3" creationId="{44E35CA4-503E-41AF-8570-8044D26EDE5D}"/>
          </ac:picMkLst>
        </pc:picChg>
        <pc:picChg chg="add mod">
          <ac:chgData name="Anyi Melo Salinas" userId="a2c6839d4755958c" providerId="LiveId" clId="{592D602A-B990-4AE9-9CFD-54D07E290E59}" dt="2026-07-01T02:08:01.148" v="1118"/>
          <ac:picMkLst>
            <pc:docMk/>
            <pc:sldMk cId="0" sldId="316"/>
            <ac:picMk id="5" creationId="{C0953D99-2856-49F0-A310-EBBD882D3927}"/>
          </ac:picMkLst>
        </pc:picChg>
        <pc:picChg chg="add del">
          <ac:chgData name="Anyi Melo Salinas" userId="a2c6839d4755958c" providerId="LiveId" clId="{592D602A-B990-4AE9-9CFD-54D07E290E59}" dt="2026-06-30T01:16:24.784" v="359" actId="478"/>
          <ac:picMkLst>
            <pc:docMk/>
            <pc:sldMk cId="0" sldId="316"/>
            <ac:picMk id="684" creationId="{00000000-0000-0000-0000-000000000000}"/>
          </ac:picMkLst>
        </pc:picChg>
      </pc:sldChg>
      <pc:sldChg chg="addSp modSp">
        <pc:chgData name="Anyi Melo Salinas" userId="a2c6839d4755958c" providerId="LiveId" clId="{592D602A-B990-4AE9-9CFD-54D07E290E59}" dt="2026-07-01T02:10:01.032" v="1119"/>
        <pc:sldMkLst>
          <pc:docMk/>
          <pc:sldMk cId="0" sldId="317"/>
        </pc:sldMkLst>
        <pc:picChg chg="add mod">
          <ac:chgData name="Anyi Melo Salinas" userId="a2c6839d4755958c" providerId="LiveId" clId="{592D602A-B990-4AE9-9CFD-54D07E290E59}" dt="2026-07-01T02:10:01.032" v="1119"/>
          <ac:picMkLst>
            <pc:docMk/>
            <pc:sldMk cId="0" sldId="317"/>
            <ac:picMk id="5" creationId="{771D43E8-9B79-4C98-B5A3-3936E5E25513}"/>
          </ac:picMkLst>
        </pc:picChg>
      </pc:sldChg>
      <pc:sldChg chg="addSp modSp">
        <pc:chgData name="Anyi Melo Salinas" userId="a2c6839d4755958c" providerId="LiveId" clId="{592D602A-B990-4AE9-9CFD-54D07E290E59}" dt="2026-07-01T02:10:05.226" v="1120"/>
        <pc:sldMkLst>
          <pc:docMk/>
          <pc:sldMk cId="0" sldId="319"/>
        </pc:sldMkLst>
        <pc:picChg chg="add mod">
          <ac:chgData name="Anyi Melo Salinas" userId="a2c6839d4755958c" providerId="LiveId" clId="{592D602A-B990-4AE9-9CFD-54D07E290E59}" dt="2026-07-01T02:10:05.226" v="1120"/>
          <ac:picMkLst>
            <pc:docMk/>
            <pc:sldMk cId="0" sldId="319"/>
            <ac:picMk id="5" creationId="{260239BB-9A23-40B6-B60C-F88E5CC30F7C}"/>
          </ac:picMkLst>
        </pc:picChg>
      </pc:sldChg>
      <pc:sldChg chg="addSp modSp">
        <pc:chgData name="Anyi Melo Salinas" userId="a2c6839d4755958c" providerId="LiveId" clId="{592D602A-B990-4AE9-9CFD-54D07E290E59}" dt="2026-07-01T02:10:09.149" v="1121"/>
        <pc:sldMkLst>
          <pc:docMk/>
          <pc:sldMk cId="0" sldId="321"/>
        </pc:sldMkLst>
        <pc:picChg chg="add mod">
          <ac:chgData name="Anyi Melo Salinas" userId="a2c6839d4755958c" providerId="LiveId" clId="{592D602A-B990-4AE9-9CFD-54D07E290E59}" dt="2026-07-01T02:10:09.149" v="1121"/>
          <ac:picMkLst>
            <pc:docMk/>
            <pc:sldMk cId="0" sldId="321"/>
            <ac:picMk id="6" creationId="{81D15B21-F27C-4329-BDC5-81D0C18B629B}"/>
          </ac:picMkLst>
        </pc:picChg>
      </pc:sldChg>
      <pc:sldChg chg="addSp modSp">
        <pc:chgData name="Anyi Melo Salinas" userId="a2c6839d4755958c" providerId="LiveId" clId="{592D602A-B990-4AE9-9CFD-54D07E290E59}" dt="2026-07-01T02:10:12.186" v="1122"/>
        <pc:sldMkLst>
          <pc:docMk/>
          <pc:sldMk cId="0" sldId="323"/>
        </pc:sldMkLst>
        <pc:picChg chg="add mod">
          <ac:chgData name="Anyi Melo Salinas" userId="a2c6839d4755958c" providerId="LiveId" clId="{592D602A-B990-4AE9-9CFD-54D07E290E59}" dt="2026-07-01T02:10:12.186" v="1122"/>
          <ac:picMkLst>
            <pc:docMk/>
            <pc:sldMk cId="0" sldId="323"/>
            <ac:picMk id="5" creationId="{0AFD5212-1CBC-4CC3-B78F-817318CF710B}"/>
          </ac:picMkLst>
        </pc:picChg>
      </pc:sldChg>
      <pc:sldChg chg="addSp modSp">
        <pc:chgData name="Anyi Melo Salinas" userId="a2c6839d4755958c" providerId="LiveId" clId="{592D602A-B990-4AE9-9CFD-54D07E290E59}" dt="2026-07-01T02:10:14.484" v="1123"/>
        <pc:sldMkLst>
          <pc:docMk/>
          <pc:sldMk cId="0" sldId="325"/>
        </pc:sldMkLst>
        <pc:picChg chg="add mod">
          <ac:chgData name="Anyi Melo Salinas" userId="a2c6839d4755958c" providerId="LiveId" clId="{592D602A-B990-4AE9-9CFD-54D07E290E59}" dt="2026-07-01T02:10:14.484" v="1123"/>
          <ac:picMkLst>
            <pc:docMk/>
            <pc:sldMk cId="0" sldId="325"/>
            <ac:picMk id="5" creationId="{7BB791D1-F359-4159-A508-EA54671306AA}"/>
          </ac:picMkLst>
        </pc:picChg>
      </pc:sldChg>
      <pc:sldChg chg="add del setBg">
        <pc:chgData name="Anyi Melo Salinas" userId="a2c6839d4755958c" providerId="LiveId" clId="{592D602A-B990-4AE9-9CFD-54D07E290E59}" dt="2026-06-26T23:48:32.065" v="1"/>
        <pc:sldMkLst>
          <pc:docMk/>
          <pc:sldMk cId="1517312561" sldId="327"/>
        </pc:sldMkLst>
      </pc:sldChg>
      <pc:sldChg chg="modSp add mod ord">
        <pc:chgData name="Anyi Melo Salinas" userId="a2c6839d4755958c" providerId="LiveId" clId="{592D602A-B990-4AE9-9CFD-54D07E290E59}" dt="2026-06-27T00:11:19.071" v="91" actId="6549"/>
        <pc:sldMkLst>
          <pc:docMk/>
          <pc:sldMk cId="3451744567" sldId="327"/>
        </pc:sldMkLst>
        <pc:spChg chg="mod">
          <ac:chgData name="Anyi Melo Salinas" userId="a2c6839d4755958c" providerId="LiveId" clId="{592D602A-B990-4AE9-9CFD-54D07E290E59}" dt="2026-06-27T00:11:19.071" v="91" actId="6549"/>
          <ac:spMkLst>
            <pc:docMk/>
            <pc:sldMk cId="3451744567" sldId="327"/>
            <ac:spMk id="282" creationId="{00000000-0000-0000-0000-000000000000}"/>
          </ac:spMkLst>
        </pc:spChg>
      </pc:sldChg>
      <pc:sldChg chg="addSp delSp modSp add mod ord">
        <pc:chgData name="Anyi Melo Salinas" userId="a2c6839d4755958c" providerId="LiveId" clId="{592D602A-B990-4AE9-9CFD-54D07E290E59}" dt="2026-07-01T02:05:59.577" v="1054"/>
        <pc:sldMkLst>
          <pc:docMk/>
          <pc:sldMk cId="1786844633" sldId="328"/>
        </pc:sldMkLst>
        <pc:spChg chg="add mod">
          <ac:chgData name="Anyi Melo Salinas" userId="a2c6839d4755958c" providerId="LiveId" clId="{592D602A-B990-4AE9-9CFD-54D07E290E59}" dt="2026-06-29T22:42:05.219" v="173" actId="1076"/>
          <ac:spMkLst>
            <pc:docMk/>
            <pc:sldMk cId="1786844633" sldId="328"/>
            <ac:spMk id="5" creationId="{32154A6E-71E3-4591-B28A-23F330769AB3}"/>
          </ac:spMkLst>
        </pc:spChg>
        <pc:spChg chg="mod">
          <ac:chgData name="Anyi Melo Salinas" userId="a2c6839d4755958c" providerId="LiveId" clId="{592D602A-B990-4AE9-9CFD-54D07E290E59}" dt="2026-06-29T22:43:15.587" v="198" actId="403"/>
          <ac:spMkLst>
            <pc:docMk/>
            <pc:sldMk cId="1786844633" sldId="328"/>
            <ac:spMk id="331" creationId="{00000000-0000-0000-0000-000000000000}"/>
          </ac:spMkLst>
        </pc:spChg>
        <pc:spChg chg="mod">
          <ac:chgData name="Anyi Melo Salinas" userId="a2c6839d4755958c" providerId="LiveId" clId="{592D602A-B990-4AE9-9CFD-54D07E290E59}" dt="2026-06-29T22:42:34.978" v="189" actId="1076"/>
          <ac:spMkLst>
            <pc:docMk/>
            <pc:sldMk cId="1786844633" sldId="328"/>
            <ac:spMk id="332" creationId="{00000000-0000-0000-0000-000000000000}"/>
          </ac:spMkLst>
        </pc:spChg>
        <pc:picChg chg="add mod">
          <ac:chgData name="Anyi Melo Salinas" userId="a2c6839d4755958c" providerId="LiveId" clId="{592D602A-B990-4AE9-9CFD-54D07E290E59}" dt="2026-06-29T23:25:38.541" v="356" actId="1076"/>
          <ac:picMkLst>
            <pc:docMk/>
            <pc:sldMk cId="1786844633" sldId="328"/>
            <ac:picMk id="3" creationId="{4E814699-AB67-4D8B-9F84-CE331D8A416C}"/>
          </ac:picMkLst>
        </pc:picChg>
        <pc:picChg chg="add mod">
          <ac:chgData name="Anyi Melo Salinas" userId="a2c6839d4755958c" providerId="LiveId" clId="{592D602A-B990-4AE9-9CFD-54D07E290E59}" dt="2026-07-01T02:05:59.577" v="1054"/>
          <ac:picMkLst>
            <pc:docMk/>
            <pc:sldMk cId="1786844633" sldId="328"/>
            <ac:picMk id="7" creationId="{E689E88E-699E-43A7-8F12-0BC7CA566298}"/>
          </ac:picMkLst>
        </pc:picChg>
        <pc:picChg chg="del mod">
          <ac:chgData name="Anyi Melo Salinas" userId="a2c6839d4755958c" providerId="LiveId" clId="{592D602A-B990-4AE9-9CFD-54D07E290E59}" dt="2026-06-27T00:11:45.218" v="118" actId="478"/>
          <ac:picMkLst>
            <pc:docMk/>
            <pc:sldMk cId="1786844633" sldId="328"/>
            <ac:picMk id="334" creationId="{00000000-0000-0000-0000-000000000000}"/>
          </ac:picMkLst>
        </pc:picChg>
        <pc:picChg chg="del">
          <ac:chgData name="Anyi Melo Salinas" userId="a2c6839d4755958c" providerId="LiveId" clId="{592D602A-B990-4AE9-9CFD-54D07E290E59}" dt="2026-06-27T00:11:47.152" v="119" actId="478"/>
          <ac:picMkLst>
            <pc:docMk/>
            <pc:sldMk cId="1786844633" sldId="328"/>
            <ac:picMk id="335" creationId="{00000000-0000-0000-0000-000000000000}"/>
          </ac:picMkLst>
        </pc:picChg>
        <pc:cxnChg chg="mod">
          <ac:chgData name="Anyi Melo Salinas" userId="a2c6839d4755958c" providerId="LiveId" clId="{592D602A-B990-4AE9-9CFD-54D07E290E59}" dt="2026-06-29T22:41:56.292" v="169" actId="1076"/>
          <ac:cxnSpMkLst>
            <pc:docMk/>
            <pc:sldMk cId="1786844633" sldId="328"/>
            <ac:cxnSpMk id="333" creationId="{00000000-0000-0000-0000-000000000000}"/>
          </ac:cxnSpMkLst>
        </pc:cxnChg>
      </pc:sldChg>
      <pc:sldChg chg="add del setBg">
        <pc:chgData name="Anyi Melo Salinas" userId="a2c6839d4755958c" providerId="LiveId" clId="{592D602A-B990-4AE9-9CFD-54D07E290E59}" dt="2026-06-26T23:49:30.674" v="57"/>
        <pc:sldMkLst>
          <pc:docMk/>
          <pc:sldMk cId="3339974030" sldId="328"/>
        </pc:sldMkLst>
      </pc:sldChg>
      <pc:sldChg chg="add del ord setBg">
        <pc:chgData name="Anyi Melo Salinas" userId="a2c6839d4755958c" providerId="LiveId" clId="{592D602A-B990-4AE9-9CFD-54D07E290E59}" dt="2026-06-26T23:49:27.041" v="55" actId="2696"/>
        <pc:sldMkLst>
          <pc:docMk/>
          <pc:sldMk cId="4142113517" sldId="328"/>
        </pc:sldMkLst>
      </pc:sldChg>
      <pc:sldChg chg="addSp delSp modSp add mod">
        <pc:chgData name="Anyi Melo Salinas" userId="a2c6839d4755958c" providerId="LiveId" clId="{592D602A-B990-4AE9-9CFD-54D07E290E59}" dt="2026-07-01T02:06:05.397" v="1057" actId="1036"/>
        <pc:sldMkLst>
          <pc:docMk/>
          <pc:sldMk cId="343699621" sldId="329"/>
        </pc:sldMkLst>
        <pc:spChg chg="mod">
          <ac:chgData name="Anyi Melo Salinas" userId="a2c6839d4755958c" providerId="LiveId" clId="{592D602A-B990-4AE9-9CFD-54D07E290E59}" dt="2026-06-29T23:18:38.402" v="226" actId="14100"/>
          <ac:spMkLst>
            <pc:docMk/>
            <pc:sldMk cId="343699621" sldId="329"/>
            <ac:spMk id="331" creationId="{00000000-0000-0000-0000-000000000000}"/>
          </ac:spMkLst>
        </pc:spChg>
        <pc:spChg chg="mod">
          <ac:chgData name="Anyi Melo Salinas" userId="a2c6839d4755958c" providerId="LiveId" clId="{592D602A-B990-4AE9-9CFD-54D07E290E59}" dt="2026-06-29T23:18:58.407" v="230" actId="2711"/>
          <ac:spMkLst>
            <pc:docMk/>
            <pc:sldMk cId="343699621" sldId="329"/>
            <ac:spMk id="332" creationId="{00000000-0000-0000-0000-000000000000}"/>
          </ac:spMkLst>
        </pc:spChg>
        <pc:picChg chg="del">
          <ac:chgData name="Anyi Melo Salinas" userId="a2c6839d4755958c" providerId="LiveId" clId="{592D602A-B990-4AE9-9CFD-54D07E290E59}" dt="2026-06-29T23:20:39.100" v="232" actId="478"/>
          <ac:picMkLst>
            <pc:docMk/>
            <pc:sldMk cId="343699621" sldId="329"/>
            <ac:picMk id="3" creationId="{4E814699-AB67-4D8B-9F84-CE331D8A416C}"/>
          </ac:picMkLst>
        </pc:picChg>
        <pc:picChg chg="add mod">
          <ac:chgData name="Anyi Melo Salinas" userId="a2c6839d4755958c" providerId="LiveId" clId="{592D602A-B990-4AE9-9CFD-54D07E290E59}" dt="2026-06-29T23:25:28.621" v="353" actId="1076"/>
          <ac:picMkLst>
            <pc:docMk/>
            <pc:sldMk cId="343699621" sldId="329"/>
            <ac:picMk id="4" creationId="{E34B5B27-F26D-46E1-8798-3DCBF4BB0B65}"/>
          </ac:picMkLst>
        </pc:picChg>
        <pc:picChg chg="add mod">
          <ac:chgData name="Anyi Melo Salinas" userId="a2c6839d4755958c" providerId="LiveId" clId="{592D602A-B990-4AE9-9CFD-54D07E290E59}" dt="2026-07-01T02:06:05.397" v="1057" actId="1036"/>
          <ac:picMkLst>
            <pc:docMk/>
            <pc:sldMk cId="343699621" sldId="329"/>
            <ac:picMk id="7" creationId="{F651F41C-8ADC-4159-936A-C221E134BBEE}"/>
          </ac:picMkLst>
        </pc:picChg>
      </pc:sldChg>
      <pc:sldChg chg="add del setBg">
        <pc:chgData name="Anyi Melo Salinas" userId="a2c6839d4755958c" providerId="LiveId" clId="{592D602A-B990-4AE9-9CFD-54D07E290E59}" dt="2026-06-29T22:43:35.901" v="203"/>
        <pc:sldMkLst>
          <pc:docMk/>
          <pc:sldMk cId="623316432" sldId="329"/>
        </pc:sldMkLst>
      </pc:sldChg>
      <pc:sldChg chg="add del setBg">
        <pc:chgData name="Anyi Melo Salinas" userId="a2c6839d4755958c" providerId="LiveId" clId="{592D602A-B990-4AE9-9CFD-54D07E290E59}" dt="2026-06-29T22:43:31.912" v="201"/>
        <pc:sldMkLst>
          <pc:docMk/>
          <pc:sldMk cId="1497644660" sldId="329"/>
        </pc:sldMkLst>
      </pc:sldChg>
      <pc:sldChg chg="add del setBg">
        <pc:chgData name="Anyi Melo Salinas" userId="a2c6839d4755958c" providerId="LiveId" clId="{592D602A-B990-4AE9-9CFD-54D07E290E59}" dt="2026-06-27T00:11:08.921" v="63"/>
        <pc:sldMkLst>
          <pc:docMk/>
          <pc:sldMk cId="2474205558" sldId="329"/>
        </pc:sldMkLst>
      </pc:sldChg>
      <pc:sldChg chg="add del">
        <pc:chgData name="Anyi Melo Salinas" userId="a2c6839d4755958c" providerId="LiveId" clId="{592D602A-B990-4AE9-9CFD-54D07E290E59}" dt="2026-06-27T00:11:21.099" v="92" actId="47"/>
        <pc:sldMkLst>
          <pc:docMk/>
          <pc:sldMk cId="3939934186" sldId="329"/>
        </pc:sldMkLst>
      </pc:sldChg>
      <pc:sldChg chg="addSp delSp modSp add mod setBg">
        <pc:chgData name="Anyi Melo Salinas" userId="a2c6839d4755958c" providerId="LiveId" clId="{592D602A-B990-4AE9-9CFD-54D07E290E59}" dt="2026-07-01T02:06:07.440" v="1058"/>
        <pc:sldMkLst>
          <pc:docMk/>
          <pc:sldMk cId="2693705035" sldId="330"/>
        </pc:sldMkLst>
        <pc:spChg chg="mod">
          <ac:chgData name="Anyi Melo Salinas" userId="a2c6839d4755958c" providerId="LiveId" clId="{592D602A-B990-4AE9-9CFD-54D07E290E59}" dt="2026-06-29T23:23:19.565" v="342" actId="6549"/>
          <ac:spMkLst>
            <pc:docMk/>
            <pc:sldMk cId="2693705035" sldId="330"/>
            <ac:spMk id="331" creationId="{00000000-0000-0000-0000-000000000000}"/>
          </ac:spMkLst>
        </pc:spChg>
        <pc:spChg chg="mod">
          <ac:chgData name="Anyi Melo Salinas" userId="a2c6839d4755958c" providerId="LiveId" clId="{592D602A-B990-4AE9-9CFD-54D07E290E59}" dt="2026-06-29T23:23:38.019" v="345" actId="179"/>
          <ac:spMkLst>
            <pc:docMk/>
            <pc:sldMk cId="2693705035" sldId="330"/>
            <ac:spMk id="332" creationId="{00000000-0000-0000-0000-000000000000}"/>
          </ac:spMkLst>
        </pc:spChg>
        <pc:picChg chg="add mod modCrop">
          <ac:chgData name="Anyi Melo Salinas" userId="a2c6839d4755958c" providerId="LiveId" clId="{592D602A-B990-4AE9-9CFD-54D07E290E59}" dt="2026-06-29T23:25:24.340" v="352" actId="1076"/>
          <ac:picMkLst>
            <pc:docMk/>
            <pc:sldMk cId="2693705035" sldId="330"/>
            <ac:picMk id="3" creationId="{DD500124-B1DA-4306-898C-8C0E9F51D23E}"/>
          </ac:picMkLst>
        </pc:picChg>
        <pc:picChg chg="del">
          <ac:chgData name="Anyi Melo Salinas" userId="a2c6839d4755958c" providerId="LiveId" clId="{592D602A-B990-4AE9-9CFD-54D07E290E59}" dt="2026-06-29T23:24:53.571" v="347" actId="478"/>
          <ac:picMkLst>
            <pc:docMk/>
            <pc:sldMk cId="2693705035" sldId="330"/>
            <ac:picMk id="4" creationId="{E34B5B27-F26D-46E1-8798-3DCBF4BB0B65}"/>
          </ac:picMkLst>
        </pc:picChg>
        <pc:picChg chg="add mod">
          <ac:chgData name="Anyi Melo Salinas" userId="a2c6839d4755958c" providerId="LiveId" clId="{592D602A-B990-4AE9-9CFD-54D07E290E59}" dt="2026-07-01T02:06:07.440" v="1058"/>
          <ac:picMkLst>
            <pc:docMk/>
            <pc:sldMk cId="2693705035" sldId="330"/>
            <ac:picMk id="7" creationId="{1D1D9670-DF28-4166-B156-B766DC61370C}"/>
          </ac:picMkLst>
        </pc:picChg>
      </pc:sldChg>
      <pc:sldChg chg="modSp add mod ord">
        <pc:chgData name="Anyi Melo Salinas" userId="a2c6839d4755958c" providerId="LiveId" clId="{592D602A-B990-4AE9-9CFD-54D07E290E59}" dt="2026-06-30T03:19:33.175" v="724" actId="20577"/>
        <pc:sldMkLst>
          <pc:docMk/>
          <pc:sldMk cId="1924390743" sldId="331"/>
        </pc:sldMkLst>
        <pc:spChg chg="mod">
          <ac:chgData name="Anyi Melo Salinas" userId="a2c6839d4755958c" providerId="LiveId" clId="{592D602A-B990-4AE9-9CFD-54D07E290E59}" dt="2026-06-30T03:19:33.175" v="724" actId="20577"/>
          <ac:spMkLst>
            <pc:docMk/>
            <pc:sldMk cId="1924390743" sldId="331"/>
            <ac:spMk id="736" creationId="{00000000-0000-0000-0000-000000000000}"/>
          </ac:spMkLst>
        </pc:spChg>
      </pc:sldChg>
      <pc:sldChg chg="add del setBg">
        <pc:chgData name="Anyi Melo Salinas" userId="a2c6839d4755958c" providerId="LiveId" clId="{592D602A-B990-4AE9-9CFD-54D07E290E59}" dt="2026-06-30T03:19:14.910" v="691"/>
        <pc:sldMkLst>
          <pc:docMk/>
          <pc:sldMk cId="2566235074" sldId="331"/>
        </pc:sldMkLst>
      </pc:sldChg>
      <pc:sldChg chg="add del ord">
        <pc:chgData name="Anyi Melo Salinas" userId="a2c6839d4755958c" providerId="LiveId" clId="{592D602A-B990-4AE9-9CFD-54D07E290E59}" dt="2026-06-30T03:20:21.932" v="731" actId="47"/>
        <pc:sldMkLst>
          <pc:docMk/>
          <pc:sldMk cId="369305792" sldId="332"/>
        </pc:sldMkLst>
      </pc:sldChg>
      <pc:sldChg chg="add del">
        <pc:chgData name="Anyi Melo Salinas" userId="a2c6839d4755958c" providerId="LiveId" clId="{592D602A-B990-4AE9-9CFD-54D07E290E59}" dt="2026-06-30T03:20:17.520" v="729"/>
        <pc:sldMkLst>
          <pc:docMk/>
          <pc:sldMk cId="1417745017" sldId="333"/>
        </pc:sldMkLst>
      </pc:sldChg>
      <pc:sldChg chg="addSp modSp add mod">
        <pc:chgData name="Anyi Melo Salinas" userId="a2c6839d4755958c" providerId="LiveId" clId="{592D602A-B990-4AE9-9CFD-54D07E290E59}" dt="2026-07-01T02:10:16.424" v="1124"/>
        <pc:sldMkLst>
          <pc:docMk/>
          <pc:sldMk cId="3301839907" sldId="333"/>
        </pc:sldMkLst>
        <pc:spChg chg="mod">
          <ac:chgData name="Anyi Melo Salinas" userId="a2c6839d4755958c" providerId="LiveId" clId="{592D602A-B990-4AE9-9CFD-54D07E290E59}" dt="2026-06-30T03:21:02.767" v="764" actId="6549"/>
          <ac:spMkLst>
            <pc:docMk/>
            <pc:sldMk cId="3301839907" sldId="333"/>
            <ac:spMk id="409" creationId="{00000000-0000-0000-0000-000000000000}"/>
          </ac:spMkLst>
        </pc:spChg>
        <pc:spChg chg="mod">
          <ac:chgData name="Anyi Melo Salinas" userId="a2c6839d4755958c" providerId="LiveId" clId="{592D602A-B990-4AE9-9CFD-54D07E290E59}" dt="2026-06-30T03:20:47.739" v="735" actId="20577"/>
          <ac:spMkLst>
            <pc:docMk/>
            <pc:sldMk cId="3301839907" sldId="333"/>
            <ac:spMk id="411" creationId="{00000000-0000-0000-0000-000000000000}"/>
          </ac:spMkLst>
        </pc:spChg>
        <pc:picChg chg="add mod">
          <ac:chgData name="Anyi Melo Salinas" userId="a2c6839d4755958c" providerId="LiveId" clId="{592D602A-B990-4AE9-9CFD-54D07E290E59}" dt="2026-07-01T02:10:16.424" v="1124"/>
          <ac:picMkLst>
            <pc:docMk/>
            <pc:sldMk cId="3301839907" sldId="333"/>
            <ac:picMk id="6" creationId="{3FF44832-9C76-4B93-8EC6-4FADA2B6B37F}"/>
          </ac:picMkLst>
        </pc:picChg>
      </pc:sldChg>
      <pc:sldChg chg="add del setBg">
        <pc:chgData name="Anyi Melo Salinas" userId="a2c6839d4755958c" providerId="LiveId" clId="{592D602A-B990-4AE9-9CFD-54D07E290E59}" dt="2026-07-01T02:48:46.161" v="1126"/>
        <pc:sldMkLst>
          <pc:docMk/>
          <pc:sldMk cId="986768425" sldId="334"/>
        </pc:sldMkLst>
      </pc:sldChg>
      <pc:sldChg chg="modSp add mod">
        <pc:chgData name="Anyi Melo Salinas" userId="a2c6839d4755958c" providerId="LiveId" clId="{592D602A-B990-4AE9-9CFD-54D07E290E59}" dt="2026-07-01T02:49:12.226" v="1153" actId="20577"/>
        <pc:sldMkLst>
          <pc:docMk/>
          <pc:sldMk cId="2678415759" sldId="334"/>
        </pc:sldMkLst>
        <pc:spChg chg="mod">
          <ac:chgData name="Anyi Melo Salinas" userId="a2c6839d4755958c" providerId="LiveId" clId="{592D602A-B990-4AE9-9CFD-54D07E290E59}" dt="2026-07-01T02:49:12.226" v="1153" actId="20577"/>
          <ac:spMkLst>
            <pc:docMk/>
            <pc:sldMk cId="2678415759" sldId="334"/>
            <ac:spMk id="73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9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9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0" name="Google Shape;30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9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8" name="Google Shape;33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9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 name="Google Shape;280;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44592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02908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31388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973017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0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2" name="Google Shape;35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0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0" name="Google Shape;360;p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6" name="Google Shape;36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0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4" name="Google Shape;374;p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0" name="Google Shape;38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8" name="Google Shape;39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7" name="Google Shape;40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10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5" name="Google Shape;415;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1" name="Google Shape;42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8" name="Google Shape;42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435" name="Google Shape;435;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3" name="Google Shape;443;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CO"/>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10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8" name="Google Shape;45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5" name="Google Shape;46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2" name="Google Shape;47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9" name="Google Shape;47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6" name="Google Shape;48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3" name="Google Shape;49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0" name="Google Shape;50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7" name="Google Shape;50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4" name="Google Shape;51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 name="Google Shape;52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8" name="Google Shape;52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5" name="Google Shape;53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2" name="Google Shape;54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9" name="Google Shape;549;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6" name="Google Shape;556;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3" name="Google Shape;56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0" name="Google Shape;570;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7" name="Google Shape;577;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4" name="Google Shape;584;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1" name="Google Shape;59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8" name="Google Shape;598;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5" name="Google Shape;605;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2" name="Google Shape;612;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9" name="Google Shape;619;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6" name="Google Shape;626;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3" name="Google Shape;633;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10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0" name="Google Shape;640;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6" name="Google Shape;646;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3" name="Google Shape;653;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0" name="Google Shape;660;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7" name="Google Shape;667;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10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4" name="Google Shape;674;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7" name="Google Shape;687;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10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4" name="Google Shape;694;p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10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p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3edb2346a82_2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1" name="Google Shape;721;g3edb2346a82_2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3edb2346a8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g3edb2346a82_2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1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4" name="Google Shape;734;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1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4" name="Google Shape;734;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052942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1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4" name="Google Shape;734;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724268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7" name="Google Shape;40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241070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p1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7" name="Google Shape;747;p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5"/>
        <p:cNvGrpSpPr/>
        <p:nvPr/>
      </p:nvGrpSpPr>
      <p:grpSpPr>
        <a:xfrm>
          <a:off x="0" y="0"/>
          <a:ext cx="0" cy="0"/>
          <a:chOff x="0" y="0"/>
          <a:chExt cx="0" cy="0"/>
        </a:xfrm>
      </p:grpSpPr>
      <p:sp>
        <p:nvSpPr>
          <p:cNvPr id="16" name="Google Shape;16;p1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9"/>
        <p:cNvGrpSpPr/>
        <p:nvPr/>
      </p:nvGrpSpPr>
      <p:grpSpPr>
        <a:xfrm>
          <a:off x="0" y="0"/>
          <a:ext cx="0" cy="0"/>
          <a:chOff x="0" y="0"/>
          <a:chExt cx="0" cy="0"/>
        </a:xfrm>
      </p:grpSpPr>
      <p:sp>
        <p:nvSpPr>
          <p:cNvPr id="20" name="Google Shape;20;p1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1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1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1"/>
        <p:cNvGrpSpPr/>
        <p:nvPr/>
      </p:nvGrpSpPr>
      <p:grpSpPr>
        <a:xfrm>
          <a:off x="0" y="0"/>
          <a:ext cx="0" cy="0"/>
          <a:chOff x="0" y="0"/>
          <a:chExt cx="0" cy="0"/>
        </a:xfrm>
      </p:grpSpPr>
      <p:sp>
        <p:nvSpPr>
          <p:cNvPr id="32" name="Google Shape;32;p1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7"/>
        <p:cNvGrpSpPr/>
        <p:nvPr/>
      </p:nvGrpSpPr>
      <p:grpSpPr>
        <a:xfrm>
          <a:off x="0" y="0"/>
          <a:ext cx="0" cy="0"/>
          <a:chOff x="0" y="0"/>
          <a:chExt cx="0" cy="0"/>
        </a:xfrm>
      </p:grpSpPr>
      <p:sp>
        <p:nvSpPr>
          <p:cNvPr id="38" name="Google Shape;38;p1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4"/>
        <p:cNvGrpSpPr/>
        <p:nvPr/>
      </p:nvGrpSpPr>
      <p:grpSpPr>
        <a:xfrm>
          <a:off x="0" y="0"/>
          <a:ext cx="0" cy="0"/>
          <a:chOff x="0" y="0"/>
          <a:chExt cx="0" cy="0"/>
        </a:xfrm>
      </p:grpSpPr>
      <p:sp>
        <p:nvSpPr>
          <p:cNvPr id="45" name="Google Shape;45;p1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1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1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1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20"/>
          <p:cNvSpPr>
            <a:spLocks noGrp="1"/>
          </p:cNvSpPr>
          <p:nvPr>
            <p:ph type="pic" idx="2"/>
          </p:nvPr>
        </p:nvSpPr>
        <p:spPr>
          <a:xfrm>
            <a:off x="5183188" y="987425"/>
            <a:ext cx="6172200" cy="4873625"/>
          </a:xfrm>
          <a:prstGeom prst="rect">
            <a:avLst/>
          </a:prstGeom>
          <a:noFill/>
          <a:ln>
            <a:noFill/>
          </a:ln>
        </p:spPr>
      </p:sp>
      <p:sp>
        <p:nvSpPr>
          <p:cNvPr id="68" name="Google Shape;68;p1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1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1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84"/>
        <p:cNvGrpSpPr/>
        <p:nvPr/>
      </p:nvGrpSpPr>
      <p:grpSpPr>
        <a:xfrm>
          <a:off x="0" y="0"/>
          <a:ext cx="0" cy="0"/>
          <a:chOff x="0" y="0"/>
          <a:chExt cx="0" cy="0"/>
        </a:xfrm>
      </p:grpSpPr>
      <p:sp>
        <p:nvSpPr>
          <p:cNvPr id="85" name="Google Shape;85;p1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95"/>
        <p:cNvGrpSpPr/>
        <p:nvPr/>
      </p:nvGrpSpPr>
      <p:grpSpPr>
        <a:xfrm>
          <a:off x="0" y="0"/>
          <a:ext cx="0" cy="0"/>
          <a:chOff x="0" y="0"/>
          <a:chExt cx="0" cy="0"/>
        </a:xfrm>
      </p:grpSpPr>
      <p:sp>
        <p:nvSpPr>
          <p:cNvPr id="96" name="Google Shape;96;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9"/>
        <p:cNvGrpSpPr/>
        <p:nvPr/>
      </p:nvGrpSpPr>
      <p:grpSpPr>
        <a:xfrm>
          <a:off x="0" y="0"/>
          <a:ext cx="0" cy="0"/>
          <a:chOff x="0" y="0"/>
          <a:chExt cx="0" cy="0"/>
        </a:xfrm>
      </p:grpSpPr>
      <p:sp>
        <p:nvSpPr>
          <p:cNvPr id="100" name="Google Shape;100;p7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7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02" name="Google Shape;102;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05"/>
        <p:cNvGrpSpPr/>
        <p:nvPr/>
      </p:nvGrpSpPr>
      <p:grpSpPr>
        <a:xfrm>
          <a:off x="0" y="0"/>
          <a:ext cx="0" cy="0"/>
          <a:chOff x="0" y="0"/>
          <a:chExt cx="0" cy="0"/>
        </a:xfrm>
      </p:grpSpPr>
      <p:sp>
        <p:nvSpPr>
          <p:cNvPr id="106" name="Google Shape;106;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7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11"/>
        <p:cNvGrpSpPr/>
        <p:nvPr/>
      </p:nvGrpSpPr>
      <p:grpSpPr>
        <a:xfrm>
          <a:off x="0" y="0"/>
          <a:ext cx="0" cy="0"/>
          <a:chOff x="0" y="0"/>
          <a:chExt cx="0" cy="0"/>
        </a:xfrm>
      </p:grpSpPr>
      <p:sp>
        <p:nvSpPr>
          <p:cNvPr id="112" name="Google Shape;112;p7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7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14" name="Google Shape;114;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17"/>
        <p:cNvGrpSpPr/>
        <p:nvPr/>
      </p:nvGrpSpPr>
      <p:grpSpPr>
        <a:xfrm>
          <a:off x="0" y="0"/>
          <a:ext cx="0" cy="0"/>
          <a:chOff x="0" y="0"/>
          <a:chExt cx="0" cy="0"/>
        </a:xfrm>
      </p:grpSpPr>
      <p:sp>
        <p:nvSpPr>
          <p:cNvPr id="118" name="Google Shape;118;p7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7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0" name="Google Shape;120;p7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24"/>
        <p:cNvGrpSpPr/>
        <p:nvPr/>
      </p:nvGrpSpPr>
      <p:grpSpPr>
        <a:xfrm>
          <a:off x="0" y="0"/>
          <a:ext cx="0" cy="0"/>
          <a:chOff x="0" y="0"/>
          <a:chExt cx="0" cy="0"/>
        </a:xfrm>
      </p:grpSpPr>
      <p:sp>
        <p:nvSpPr>
          <p:cNvPr id="125" name="Google Shape;125;p7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7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7" name="Google Shape;127;p7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7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9" name="Google Shape;129;p7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33"/>
        <p:cNvGrpSpPr/>
        <p:nvPr/>
      </p:nvGrpSpPr>
      <p:grpSpPr>
        <a:xfrm>
          <a:off x="0" y="0"/>
          <a:ext cx="0" cy="0"/>
          <a:chOff x="0" y="0"/>
          <a:chExt cx="0" cy="0"/>
        </a:xfrm>
      </p:grpSpPr>
      <p:sp>
        <p:nvSpPr>
          <p:cNvPr id="134" name="Google Shape;134;p7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8"/>
        <p:cNvGrpSpPr/>
        <p:nvPr/>
      </p:nvGrpSpPr>
      <p:grpSpPr>
        <a:xfrm>
          <a:off x="0" y="0"/>
          <a:ext cx="0" cy="0"/>
          <a:chOff x="0" y="0"/>
          <a:chExt cx="0" cy="0"/>
        </a:xfrm>
      </p:grpSpPr>
      <p:sp>
        <p:nvSpPr>
          <p:cNvPr id="139" name="Google Shape;139;p7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7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41" name="Google Shape;141;p7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5"/>
        <p:cNvGrpSpPr/>
        <p:nvPr/>
      </p:nvGrpSpPr>
      <p:grpSpPr>
        <a:xfrm>
          <a:off x="0" y="0"/>
          <a:ext cx="0" cy="0"/>
          <a:chOff x="0" y="0"/>
          <a:chExt cx="0" cy="0"/>
        </a:xfrm>
      </p:grpSpPr>
      <p:sp>
        <p:nvSpPr>
          <p:cNvPr id="146" name="Google Shape;146;p7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79"/>
          <p:cNvSpPr>
            <a:spLocks noGrp="1"/>
          </p:cNvSpPr>
          <p:nvPr>
            <p:ph type="pic" idx="2"/>
          </p:nvPr>
        </p:nvSpPr>
        <p:spPr>
          <a:xfrm>
            <a:off x="5183188" y="987425"/>
            <a:ext cx="6172200" cy="4873625"/>
          </a:xfrm>
          <a:prstGeom prst="rect">
            <a:avLst/>
          </a:prstGeom>
          <a:noFill/>
          <a:ln>
            <a:noFill/>
          </a:ln>
        </p:spPr>
      </p:sp>
      <p:sp>
        <p:nvSpPr>
          <p:cNvPr id="148" name="Google Shape;148;p7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9" name="Google Shape;149;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52"/>
        <p:cNvGrpSpPr/>
        <p:nvPr/>
      </p:nvGrpSpPr>
      <p:grpSpPr>
        <a:xfrm>
          <a:off x="0" y="0"/>
          <a:ext cx="0" cy="0"/>
          <a:chOff x="0" y="0"/>
          <a:chExt cx="0" cy="0"/>
        </a:xfrm>
      </p:grpSpPr>
      <p:sp>
        <p:nvSpPr>
          <p:cNvPr id="153" name="Google Shape;153;p8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8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5" name="Google Shape;155;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8"/>
        <p:cNvGrpSpPr/>
        <p:nvPr/>
      </p:nvGrpSpPr>
      <p:grpSpPr>
        <a:xfrm>
          <a:off x="0" y="0"/>
          <a:ext cx="0" cy="0"/>
          <a:chOff x="0" y="0"/>
          <a:chExt cx="0" cy="0"/>
        </a:xfrm>
      </p:grpSpPr>
      <p:sp>
        <p:nvSpPr>
          <p:cNvPr id="159" name="Google Shape;159;p8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8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1" name="Google Shape;161;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164"/>
        <p:cNvGrpSpPr/>
        <p:nvPr/>
      </p:nvGrpSpPr>
      <p:grpSpPr>
        <a:xfrm>
          <a:off x="0" y="0"/>
          <a:ext cx="0" cy="0"/>
          <a:chOff x="0" y="0"/>
          <a:chExt cx="0" cy="0"/>
        </a:xfrm>
      </p:grpSpPr>
      <p:sp>
        <p:nvSpPr>
          <p:cNvPr id="165" name="Google Shape;165;p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75"/>
        <p:cNvGrpSpPr/>
        <p:nvPr/>
      </p:nvGrpSpPr>
      <p:grpSpPr>
        <a:xfrm>
          <a:off x="0" y="0"/>
          <a:ext cx="0" cy="0"/>
          <a:chOff x="0" y="0"/>
          <a:chExt cx="0" cy="0"/>
        </a:xfrm>
      </p:grpSpPr>
      <p:sp>
        <p:nvSpPr>
          <p:cNvPr id="176" name="Google Shape;176;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77" name="Google Shape;177;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78" name="Google Shape;178;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79"/>
        <p:cNvGrpSpPr/>
        <p:nvPr/>
      </p:nvGrpSpPr>
      <p:grpSpPr>
        <a:xfrm>
          <a:off x="0" y="0"/>
          <a:ext cx="0" cy="0"/>
          <a:chOff x="0" y="0"/>
          <a:chExt cx="0" cy="0"/>
        </a:xfrm>
      </p:grpSpPr>
      <p:sp>
        <p:nvSpPr>
          <p:cNvPr id="180" name="Google Shape;180;p8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1" name="Google Shape;181;p8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2" name="Google Shape;182;p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83" name="Google Shape;183;p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84" name="Google Shape;184;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85"/>
        <p:cNvGrpSpPr/>
        <p:nvPr/>
      </p:nvGrpSpPr>
      <p:grpSpPr>
        <a:xfrm>
          <a:off x="0" y="0"/>
          <a:ext cx="0" cy="0"/>
          <a:chOff x="0" y="0"/>
          <a:chExt cx="0" cy="0"/>
        </a:xfrm>
      </p:grpSpPr>
      <p:sp>
        <p:nvSpPr>
          <p:cNvPr id="186" name="Google Shape;186;p8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7" name="Google Shape;187;p8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8" name="Google Shape;188;p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89" name="Google Shape;189;p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90" name="Google Shape;190;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91"/>
        <p:cNvGrpSpPr/>
        <p:nvPr/>
      </p:nvGrpSpPr>
      <p:grpSpPr>
        <a:xfrm>
          <a:off x="0" y="0"/>
          <a:ext cx="0" cy="0"/>
          <a:chOff x="0" y="0"/>
          <a:chExt cx="0" cy="0"/>
        </a:xfrm>
      </p:grpSpPr>
      <p:sp>
        <p:nvSpPr>
          <p:cNvPr id="192" name="Google Shape;192;p8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8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94" name="Google Shape;194;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95" name="Google Shape;195;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96" name="Google Shape;196;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97"/>
        <p:cNvGrpSpPr/>
        <p:nvPr/>
      </p:nvGrpSpPr>
      <p:grpSpPr>
        <a:xfrm>
          <a:off x="0" y="0"/>
          <a:ext cx="0" cy="0"/>
          <a:chOff x="0" y="0"/>
          <a:chExt cx="0" cy="0"/>
        </a:xfrm>
      </p:grpSpPr>
      <p:sp>
        <p:nvSpPr>
          <p:cNvPr id="198" name="Google Shape;198;p8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p8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0" name="Google Shape;200;p8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1" name="Google Shape;201;p8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02" name="Google Shape;202;p8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03" name="Google Shape;203;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204"/>
        <p:cNvGrpSpPr/>
        <p:nvPr/>
      </p:nvGrpSpPr>
      <p:grpSpPr>
        <a:xfrm>
          <a:off x="0" y="0"/>
          <a:ext cx="0" cy="0"/>
          <a:chOff x="0" y="0"/>
          <a:chExt cx="0" cy="0"/>
        </a:xfrm>
      </p:grpSpPr>
      <p:sp>
        <p:nvSpPr>
          <p:cNvPr id="205" name="Google Shape;205;p8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6" name="Google Shape;206;p8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07" name="Google Shape;207;p8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8" name="Google Shape;208;p8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09" name="Google Shape;209;p8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0" name="Google Shape;210;p8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11" name="Google Shape;211;p8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12" name="Google Shape;212;p8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213"/>
        <p:cNvGrpSpPr/>
        <p:nvPr/>
      </p:nvGrpSpPr>
      <p:grpSpPr>
        <a:xfrm>
          <a:off x="0" y="0"/>
          <a:ext cx="0" cy="0"/>
          <a:chOff x="0" y="0"/>
          <a:chExt cx="0" cy="0"/>
        </a:xfrm>
      </p:grpSpPr>
      <p:sp>
        <p:nvSpPr>
          <p:cNvPr id="214" name="Google Shape;214;p8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5" name="Google Shape;215;p8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16" name="Google Shape;216;p8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17" name="Google Shape;217;p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218"/>
        <p:cNvGrpSpPr/>
        <p:nvPr/>
      </p:nvGrpSpPr>
      <p:grpSpPr>
        <a:xfrm>
          <a:off x="0" y="0"/>
          <a:ext cx="0" cy="0"/>
          <a:chOff x="0" y="0"/>
          <a:chExt cx="0" cy="0"/>
        </a:xfrm>
      </p:grpSpPr>
      <p:sp>
        <p:nvSpPr>
          <p:cNvPr id="219" name="Google Shape;219;p8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0" name="Google Shape;220;p8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21" name="Google Shape;221;p8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22" name="Google Shape;222;p8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23" name="Google Shape;223;p8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24" name="Google Shape;224;p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225"/>
        <p:cNvGrpSpPr/>
        <p:nvPr/>
      </p:nvGrpSpPr>
      <p:grpSpPr>
        <a:xfrm>
          <a:off x="0" y="0"/>
          <a:ext cx="0" cy="0"/>
          <a:chOff x="0" y="0"/>
          <a:chExt cx="0" cy="0"/>
        </a:xfrm>
      </p:grpSpPr>
      <p:sp>
        <p:nvSpPr>
          <p:cNvPr id="226" name="Google Shape;226;p9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7" name="Google Shape;227;p90"/>
          <p:cNvSpPr>
            <a:spLocks noGrp="1"/>
          </p:cNvSpPr>
          <p:nvPr>
            <p:ph type="pic" idx="2"/>
          </p:nvPr>
        </p:nvSpPr>
        <p:spPr>
          <a:xfrm>
            <a:off x="5183188" y="987425"/>
            <a:ext cx="6172200" cy="4873625"/>
          </a:xfrm>
          <a:prstGeom prst="rect">
            <a:avLst/>
          </a:prstGeom>
          <a:noFill/>
          <a:ln>
            <a:noFill/>
          </a:ln>
        </p:spPr>
      </p:sp>
      <p:sp>
        <p:nvSpPr>
          <p:cNvPr id="228" name="Google Shape;228;p9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29" name="Google Shape;229;p9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30" name="Google Shape;230;p9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31" name="Google Shape;231;p9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232"/>
        <p:cNvGrpSpPr/>
        <p:nvPr/>
      </p:nvGrpSpPr>
      <p:grpSpPr>
        <a:xfrm>
          <a:off x="0" y="0"/>
          <a:ext cx="0" cy="0"/>
          <a:chOff x="0" y="0"/>
          <a:chExt cx="0" cy="0"/>
        </a:xfrm>
      </p:grpSpPr>
      <p:sp>
        <p:nvSpPr>
          <p:cNvPr id="233" name="Google Shape;233;p9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4" name="Google Shape;234;p9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5" name="Google Shape;235;p9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36" name="Google Shape;236;p9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37" name="Google Shape;237;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238"/>
        <p:cNvGrpSpPr/>
        <p:nvPr/>
      </p:nvGrpSpPr>
      <p:grpSpPr>
        <a:xfrm>
          <a:off x="0" y="0"/>
          <a:ext cx="0" cy="0"/>
          <a:chOff x="0" y="0"/>
          <a:chExt cx="0" cy="0"/>
        </a:xfrm>
      </p:grpSpPr>
      <p:sp>
        <p:nvSpPr>
          <p:cNvPr id="239" name="Google Shape;239;p9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0" name="Google Shape;240;p9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1" name="Google Shape;241;p9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2" name="Google Shape;242;p9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3" name="Google Shape;243;p9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244"/>
        <p:cNvGrpSpPr/>
        <p:nvPr/>
      </p:nvGrpSpPr>
      <p:grpSpPr>
        <a:xfrm>
          <a:off x="0" y="0"/>
          <a:ext cx="0" cy="0"/>
          <a:chOff x="0" y="0"/>
          <a:chExt cx="0" cy="0"/>
        </a:xfrm>
      </p:grpSpPr>
      <p:sp>
        <p:nvSpPr>
          <p:cNvPr id="245" name="Google Shape;245;p9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6" name="Google Shape;246;p9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7" name="Google Shape;247;p9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48" name="Google Shape;248;p9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 name="Google Shape;13;p1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 name="Google Shape;14;p1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
        <p:cNvGrpSpPr/>
        <p:nvPr/>
      </p:nvGrpSpPr>
      <p:grpSpPr>
        <a:xfrm>
          <a:off x="0" y="0"/>
          <a:ext cx="0" cy="0"/>
          <a:chOff x="0" y="0"/>
          <a:chExt cx="0" cy="0"/>
        </a:xfrm>
      </p:grpSpPr>
      <p:sp>
        <p:nvSpPr>
          <p:cNvPr id="90" name="Google Shape;90;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1" name="Google Shape;91;p6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 name="Google Shape;92;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3" name="Google Shape;93;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9"/>
        <p:cNvGrpSpPr/>
        <p:nvPr/>
      </p:nvGrpSpPr>
      <p:grpSpPr>
        <a:xfrm>
          <a:off x="0" y="0"/>
          <a:ext cx="0" cy="0"/>
          <a:chOff x="0" y="0"/>
          <a:chExt cx="0" cy="0"/>
        </a:xfrm>
      </p:grpSpPr>
      <p:sp>
        <p:nvSpPr>
          <p:cNvPr id="170" name="Google Shape;170;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1" name="Google Shape;171;p7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2" name="Google Shape;172;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3" name="Google Shape;173;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74" name="Google Shape;174;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11.jpg"/><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drive.google.com/file/d/11e5qKOwCtmyXdo-EApevfJp43uH5qBoA/view?usp=drive_link" TargetMode="External"/><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docs.google.com/document/d/1C9DOdbcyqVTcbB3s0ilF14eYTncZO5Am/edit?usp=drive_link&amp;ouid=114341013770392776792&amp;rtpof=true&amp;sd=true" TargetMode="External"/><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18.jpg"/></Relationships>
</file>

<file path=ppt/slides/_rels/slide24.xml.rels><?xml version="1.0" encoding="UTF-8" standalone="yes"?>
<Relationships xmlns="http://schemas.openxmlformats.org/package/2006/relationships"><Relationship Id="rId3" Type="http://schemas.openxmlformats.org/officeDocument/2006/relationships/hyperlink" Target="https://drive.google.com/file/d/1tcrxcawP0yY9oJBH4Bfen7ZMtRbxLp-m/view?usp=drive_link" TargetMode="External"/><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19.jpg"/></Relationships>
</file>

<file path=ppt/slides/_rels/slide25.xml.rels><?xml version="1.0" encoding="UTF-8" standalone="yes"?>
<Relationships xmlns="http://schemas.openxmlformats.org/package/2006/relationships"><Relationship Id="rId3" Type="http://schemas.openxmlformats.org/officeDocument/2006/relationships/hyperlink" Target="https://drive.google.com/file/d/19qosEFWjbBJZsmejXHNVD-yn2iBUQE1N/view?usp=drive_link" TargetMode="External"/><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20.jpg"/></Relationships>
</file>

<file path=ppt/slides/_rels/slide2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docs.google.com/document/d/1jm-P1viZhC55L4jhlIk-Th4C6juoKNs_/edit?usp=drive_link&amp;ouid=114341013770392776792&amp;rtpof=true&amp;sd=true" TargetMode="External"/><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hyperlink" Target="https://docs.google.com/document/d/1jm-P1viZhC55L4jhlIk-Th4C6juoKNs_/edit?usp=drive_link&amp;ouid=114341013770392776792&amp;rtpof=true&amp;sd=true" TargetMode="External"/><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hyperlink" Target="https://docs.google.com/document/d/1ly3ge8Zgoup5TPwKwbLw8AfZ3Qw7_wbl/edit?usp=drive_link&amp;ouid=100385440001701439989&amp;rtpof=true&amp;sd=true" TargetMode="External"/><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3" Type="http://schemas.openxmlformats.org/officeDocument/2006/relationships/hyperlink" Target="https://docs.google.com/document/d/1e1RV7WXXm9PBjtL-2fsrwPftd0V0uld0/edit?usp=sharing&amp;ouid=114341013770392776792&amp;rtpof=true&amp;sd=true" TargetMode="External"/><Relationship Id="rId2" Type="http://schemas.openxmlformats.org/officeDocument/2006/relationships/notesSlide" Target="../notesSlides/notesSlide31.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22.jpg"/></Relationships>
</file>

<file path=ppt/slides/_rels/slide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hyperlink" Target="https://balsamiq.cloud/swleajz/patjbr9"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hyperlink" Target="https://drive.google.com/file/d/1T-KG8uIpgUPZj-3FUil151wEM-sAwBNK/view?usp=sharing" TargetMode="External"/><Relationship Id="rId2" Type="http://schemas.openxmlformats.org/officeDocument/2006/relationships/notesSlide" Target="../notesSlides/notesSlide60.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49.png"/></Relationships>
</file>

<file path=ppt/slides/_rels/slide61.xml.rels><?xml version="1.0" encoding="UTF-8" standalone="yes"?>
<Relationships xmlns="http://schemas.openxmlformats.org/package/2006/relationships"><Relationship Id="rId3" Type="http://schemas.openxmlformats.org/officeDocument/2006/relationships/hyperlink" Target="https://drive.google.com/file/d/1XukAUTTn_IeAbzUcsfOVii0Huw76jEkO/view?usp=sharing" TargetMode="External"/><Relationship Id="rId2" Type="http://schemas.openxmlformats.org/officeDocument/2006/relationships/notesSlide" Target="../notesSlides/notesSlide61.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3" Type="http://schemas.openxmlformats.org/officeDocument/2006/relationships/hyperlink" Target="https://docs.google.com/spreadsheets/d/1UPOCkU3zzWv0lfx2bCL5JBeMLELXJgwK/edit?usp=sharing&amp;ouid=114892662709239121851&amp;rtpof=true&amp;sd=true" TargetMode="External"/><Relationship Id="rId2" Type="http://schemas.openxmlformats.org/officeDocument/2006/relationships/notesSlide" Target="../notesSlides/notesSlide62.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51.png"/></Relationships>
</file>

<file path=ppt/slides/_rels/slide63.xml.rels><?xml version="1.0" encoding="UTF-8" standalone="yes"?>
<Relationships xmlns="http://schemas.openxmlformats.org/package/2006/relationships"><Relationship Id="rId3" Type="http://schemas.openxmlformats.org/officeDocument/2006/relationships/hyperlink" Target="https://docs.google.com/spreadsheets/d/1cbS0ySBFXRFhS5k-ILE-E3zaJkAnmCst/edit?usp=sharing&amp;ouid=114892662709239121851&amp;rtpof=true&amp;sd=true" TargetMode="External"/><Relationship Id="rId2" Type="http://schemas.openxmlformats.org/officeDocument/2006/relationships/notesSlide" Target="../notesSlides/notesSlide63.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52.png"/></Relationships>
</file>

<file path=ppt/slides/_rels/slide6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hyperlink" Target="https://drive.google.com/file/d/192PrFpghPFaonWxwHjsaMfBnCbW849iF/view?usp=drive_link" TargetMode="External"/><Relationship Id="rId2" Type="http://schemas.openxmlformats.org/officeDocument/2006/relationships/notesSlide" Target="../notesSlides/notesSlide65.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53.png"/></Relationships>
</file>

<file path=ppt/slides/_rels/slide66.xml.rels><?xml version="1.0" encoding="UTF-8" standalone="yes"?>
<Relationships xmlns="http://schemas.openxmlformats.org/package/2006/relationships"><Relationship Id="rId3" Type="http://schemas.openxmlformats.org/officeDocument/2006/relationships/hyperlink" Target="https://docs.google.com/document/d/1t9P05rJ2zpY5MSnjOxkhm97I64q933C7/edit?usp=drive_link&amp;ouid=114341013770392776792&amp;rtpof=true&amp;sd=true" TargetMode="External"/><Relationship Id="rId2" Type="http://schemas.openxmlformats.org/officeDocument/2006/relationships/notesSlide" Target="../notesSlides/notesSlide66.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54.png"/></Relationships>
</file>

<file path=ppt/slides/_rels/slide6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hyperlink" Target="https://docs.google.com/document/d/1Snn-gLE1jyQWjjIEdWG_PCsQsQ197KBw/edit?usp=sharing&amp;ouid=114892662709239121851&amp;rtpof=true&amp;sd=true"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55.png"/></Relationships>
</file>

<file path=ppt/slides/_rels/slide6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hyperlink" Target="https://docs.google.com/document/d/1xl1MOSJjPSzRMs6ZwX6KkqwnHwiRghQ6/edit?usp=sharing&amp;ouid=114892662709239121851&amp;rtpof=true&amp;sd=true" TargetMode="External"/><Relationship Id="rId2" Type="http://schemas.openxmlformats.org/officeDocument/2006/relationships/notesSlide" Target="../notesSlides/notesSlide70.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56.png"/></Relationships>
</file>

<file path=ppt/slides/_rels/slide7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hyperlink" Target="https://github.com/bicicleteria-byte/Bicicleteria_S.A..git" TargetMode="External"/><Relationship Id="rId2" Type="http://schemas.openxmlformats.org/officeDocument/2006/relationships/notesSlide" Target="../notesSlides/notesSlide75.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58.png"/></Relationships>
</file>

<file path=ppt/slides/_rels/slide7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hyperlink" Target="https://gwbicycles.com/?utm_source=chatgpt.com" TargetMode="External"/><Relationship Id="rId7" Type="http://schemas.openxmlformats.org/officeDocument/2006/relationships/image" Target="../media/image4.png"/><Relationship Id="rId2" Type="http://schemas.openxmlformats.org/officeDocument/2006/relationships/notesSlide" Target="../notesSlides/notesSlide77.xml"/><Relationship Id="rId1" Type="http://schemas.openxmlformats.org/officeDocument/2006/relationships/slideLayout" Target="../slideLayouts/slideLayout13.xml"/><Relationship Id="rId6" Type="http://schemas.openxmlformats.org/officeDocument/2006/relationships/image" Target="../media/image21.jpg"/><Relationship Id="rId5" Type="http://schemas.openxmlformats.org/officeDocument/2006/relationships/hyperlink" Target="https://cyclewear.com.co/" TargetMode="External"/><Relationship Id="rId4" Type="http://schemas.openxmlformats.org/officeDocument/2006/relationships/hyperlink" Target="https://bikehouse.co/?utm_source=chatgpt.com" TargetMode="External"/></Relationships>
</file>

<file path=ppt/slides/_rels/slide78.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2"/>
        <p:cNvGrpSpPr/>
        <p:nvPr/>
      </p:nvGrpSpPr>
      <p:grpSpPr>
        <a:xfrm>
          <a:off x="0" y="0"/>
          <a:ext cx="0" cy="0"/>
          <a:chOff x="0" y="0"/>
          <a:chExt cx="0" cy="0"/>
        </a:xfrm>
      </p:grpSpPr>
      <p:sp>
        <p:nvSpPr>
          <p:cNvPr id="253" name="Google Shape;253;p94"/>
          <p:cNvSpPr txBox="1"/>
          <p:nvPr/>
        </p:nvSpPr>
        <p:spPr>
          <a:xfrm>
            <a:off x="1310207" y="1913868"/>
            <a:ext cx="8652943" cy="21236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es-CO" sz="4400" b="1" i="0" u="none" strike="noStrike" cap="none">
                <a:solidFill>
                  <a:schemeClr val="dk1"/>
                </a:solidFill>
                <a:latin typeface="Work Sans"/>
                <a:ea typeface="Work Sans"/>
                <a:cs typeface="Work Sans"/>
                <a:sym typeface="Work Sans"/>
              </a:rPr>
              <a:t>SISTEMA WEB PARA LA GESTIÓN DE VENTAS EN LA BICICLETERÍA S.A</a:t>
            </a:r>
            <a:endParaRPr sz="4400" b="1" i="0" u="none" strike="noStrike" cap="none">
              <a:solidFill>
                <a:schemeClr val="dk1"/>
              </a:solidFill>
              <a:latin typeface="Work Sans"/>
              <a:ea typeface="Work Sans"/>
              <a:cs typeface="Work Sans"/>
              <a:sym typeface="Work Sans"/>
            </a:endParaRPr>
          </a:p>
        </p:txBody>
      </p:sp>
      <p:sp>
        <p:nvSpPr>
          <p:cNvPr id="254" name="Google Shape;254;p94"/>
          <p:cNvSpPr txBox="1"/>
          <p:nvPr/>
        </p:nvSpPr>
        <p:spPr>
          <a:xfrm>
            <a:off x="1310207" y="4037526"/>
            <a:ext cx="3854368" cy="15696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CO" sz="1600" b="1" i="0" u="none" strike="noStrike" cap="none">
                <a:solidFill>
                  <a:srgbClr val="000000"/>
                </a:solidFill>
                <a:latin typeface="Work Sans Light"/>
                <a:ea typeface="Work Sans Light"/>
                <a:cs typeface="Work Sans Light"/>
                <a:sym typeface="Work Sans Light"/>
              </a:rPr>
              <a:t>Integrantes: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CO" sz="1600" b="0" i="0" u="none" strike="noStrike" cap="none">
                <a:solidFill>
                  <a:srgbClr val="000000"/>
                </a:solidFill>
                <a:latin typeface="Work Sans Light"/>
                <a:ea typeface="Work Sans Light"/>
                <a:cs typeface="Work Sans Light"/>
                <a:sym typeface="Work Sans Light"/>
              </a:rPr>
              <a:t>Anyi Nicol Melo Salinas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CO" sz="1600" b="0" i="0" u="none" strike="noStrike" cap="none">
                <a:solidFill>
                  <a:srgbClr val="000000"/>
                </a:solidFill>
                <a:latin typeface="Work Sans Light"/>
                <a:ea typeface="Work Sans Light"/>
                <a:cs typeface="Work Sans Light"/>
                <a:sym typeface="Work Sans Light"/>
              </a:rPr>
              <a:t>Christian Jireth González Márquez</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CO" sz="1600" b="0" i="0" u="none" strike="noStrike" cap="none">
                <a:solidFill>
                  <a:srgbClr val="000000"/>
                </a:solidFill>
                <a:latin typeface="Work Sans Light"/>
                <a:ea typeface="Work Sans Light"/>
                <a:cs typeface="Work Sans Light"/>
                <a:sym typeface="Work Sans Light"/>
              </a:rPr>
              <a:t>Johan Sebastián Mur Pantano</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600"/>
              <a:buFont typeface="Arial"/>
              <a:buChar char="•"/>
            </a:pPr>
            <a:r>
              <a:rPr lang="es-CO" sz="1600" b="0" i="0" u="none" strike="noStrike" cap="none">
                <a:solidFill>
                  <a:srgbClr val="000000"/>
                </a:solidFill>
                <a:latin typeface="Work Sans Light"/>
                <a:ea typeface="Work Sans Light"/>
                <a:cs typeface="Work Sans Light"/>
                <a:sym typeface="Work Sans Light"/>
              </a:rPr>
              <a:t>Juan Camilo Novoa Obando</a:t>
            </a:r>
            <a:endParaRPr sz="1400" b="0" i="0" u="none" strike="noStrike" cap="none">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Work Sans Light"/>
              <a:ea typeface="Work Sans Light"/>
              <a:cs typeface="Work Sans Light"/>
              <a:sym typeface="Work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8"/>
        <p:cNvGrpSpPr/>
        <p:nvPr/>
      </p:nvGrpSpPr>
      <p:grpSpPr>
        <a:xfrm>
          <a:off x="0" y="0"/>
          <a:ext cx="0" cy="0"/>
          <a:chOff x="0" y="0"/>
          <a:chExt cx="0" cy="0"/>
        </a:xfrm>
      </p:grpSpPr>
      <p:sp>
        <p:nvSpPr>
          <p:cNvPr id="259" name="Google Shape;259;p2"/>
          <p:cNvSpPr txBox="1"/>
          <p:nvPr/>
        </p:nvSpPr>
        <p:spPr>
          <a:xfrm>
            <a:off x="1024997" y="449894"/>
            <a:ext cx="5166253"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Tabla de contenido</a:t>
            </a:r>
            <a:endParaRPr sz="1400" b="0" i="0" u="none" strike="noStrike" cap="none">
              <a:solidFill>
                <a:srgbClr val="000000"/>
              </a:solidFill>
              <a:latin typeface="Arial"/>
              <a:ea typeface="Arial"/>
              <a:cs typeface="Arial"/>
              <a:sym typeface="Arial"/>
            </a:endParaRPr>
          </a:p>
        </p:txBody>
      </p:sp>
      <p:sp>
        <p:nvSpPr>
          <p:cNvPr id="260" name="Google Shape;260;p2"/>
          <p:cNvSpPr txBox="1"/>
          <p:nvPr/>
        </p:nvSpPr>
        <p:spPr>
          <a:xfrm>
            <a:off x="4993635" y="1227637"/>
            <a:ext cx="4748700" cy="5832325"/>
          </a:xfrm>
          <a:prstGeom prst="rect">
            <a:avLst/>
          </a:prstGeom>
          <a:noFill/>
          <a:ln>
            <a:noFill/>
          </a:ln>
        </p:spPr>
        <p:txBody>
          <a:bodyPr spcFirstLastPara="1" wrap="square" lIns="91425" tIns="45700" rIns="91425" bIns="45700" anchor="t" anchorCtr="0">
            <a:spAutoFit/>
          </a:bodyPr>
          <a:lstStyle/>
          <a:p>
            <a:pPr marL="449263" marR="0" lvl="0" indent="-449263" algn="l" rtl="0">
              <a:lnSpc>
                <a:spcPct val="100000"/>
              </a:lnSpc>
              <a:spcBef>
                <a:spcPts val="0"/>
              </a:spcBef>
              <a:spcAft>
                <a:spcPts val="0"/>
              </a:spcAft>
              <a:buClr>
                <a:srgbClr val="000000"/>
              </a:buClr>
              <a:buSzPts val="1600"/>
              <a:buFont typeface="Arial"/>
              <a:buNone/>
            </a:pPr>
            <a:r>
              <a:rPr lang="es-CO" sz="1600" dirty="0">
                <a:latin typeface="Times New Roman"/>
                <a:ea typeface="Times New Roman"/>
                <a:cs typeface="Times New Roman"/>
                <a:sym typeface="Times New Roman"/>
              </a:rPr>
              <a:t>10.	</a:t>
            </a:r>
            <a:r>
              <a:rPr lang="es-CO" sz="1600" b="0" i="0" u="none" strike="noStrike" cap="none" dirty="0">
                <a:solidFill>
                  <a:srgbClr val="000000"/>
                </a:solidFill>
                <a:latin typeface="Times New Roman"/>
                <a:ea typeface="Times New Roman"/>
                <a:cs typeface="Times New Roman"/>
                <a:sym typeface="Times New Roman"/>
              </a:rPr>
              <a:t>Requerimientos</a:t>
            </a:r>
            <a:endParaRPr lang="es-CO" sz="1400" b="0" i="0" u="none" strike="noStrike" cap="none" dirty="0">
              <a:solidFill>
                <a:srgbClr val="000000"/>
              </a:solidFill>
              <a:latin typeface="Arial"/>
              <a:ea typeface="Arial"/>
              <a:cs typeface="Arial"/>
              <a:sym typeface="Arial"/>
            </a:endParaRPr>
          </a:p>
          <a:p>
            <a:pPr marL="0" marR="0" lvl="0" indent="449263"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10.1 Funcionales</a:t>
            </a:r>
            <a:endParaRPr lang="es-CO" sz="1400" b="0" i="0" u="none" strike="noStrike" cap="none" dirty="0">
              <a:solidFill>
                <a:srgbClr val="000000"/>
              </a:solidFill>
              <a:latin typeface="Arial"/>
              <a:ea typeface="Arial"/>
              <a:cs typeface="Arial"/>
              <a:sym typeface="Arial"/>
            </a:endParaRPr>
          </a:p>
          <a:p>
            <a:pPr marL="0" marR="0" lvl="0" indent="449263"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a:t>
            </a:r>
            <a:r>
              <a:rPr lang="es-CO" sz="1600" dirty="0">
                <a:latin typeface="Times New Roman"/>
                <a:ea typeface="Times New Roman"/>
                <a:cs typeface="Times New Roman"/>
                <a:sym typeface="Times New Roman"/>
              </a:rPr>
              <a:t>10.2</a:t>
            </a:r>
            <a:r>
              <a:rPr lang="es-CO" sz="1600" b="0" i="0" u="none" strike="noStrike" cap="none" dirty="0">
                <a:solidFill>
                  <a:srgbClr val="000000"/>
                </a:solidFill>
                <a:latin typeface="Times New Roman"/>
                <a:ea typeface="Times New Roman"/>
                <a:cs typeface="Times New Roman"/>
                <a:sym typeface="Times New Roman"/>
              </a:rPr>
              <a:t> No Funcionales</a:t>
            </a:r>
            <a:endParaRPr lang="es-CO" sz="1400" b="0" i="0" u="none" strike="noStrike" cap="none" dirty="0">
              <a:solidFill>
                <a:srgbClr val="000000"/>
              </a:solidFill>
              <a:latin typeface="Arial"/>
              <a:ea typeface="Arial"/>
              <a:cs typeface="Arial"/>
              <a:sym typeface="Arial"/>
            </a:endParaRPr>
          </a:p>
          <a:p>
            <a:pPr marL="449263" marR="0" lvl="0" indent="-449263" algn="l" rtl="0">
              <a:lnSpc>
                <a:spcPct val="100000"/>
              </a:lnSpc>
              <a:spcBef>
                <a:spcPts val="600"/>
              </a:spcBef>
              <a:spcAft>
                <a:spcPts val="0"/>
              </a:spcAft>
              <a:buClr>
                <a:srgbClr val="000000"/>
              </a:buClr>
              <a:buSzPts val="1600"/>
              <a:buFont typeface="Arial"/>
              <a:buNone/>
            </a:pPr>
            <a:r>
              <a:rPr lang="es-CO" sz="1600" dirty="0">
                <a:latin typeface="Times New Roman"/>
                <a:ea typeface="Times New Roman"/>
                <a:cs typeface="Times New Roman"/>
                <a:sym typeface="Times New Roman"/>
              </a:rPr>
              <a:t>11.	</a:t>
            </a:r>
            <a:r>
              <a:rPr lang="es-CO" sz="1600" b="0" i="0" u="none" strike="noStrike" cap="none" dirty="0">
                <a:solidFill>
                  <a:srgbClr val="000000"/>
                </a:solidFill>
                <a:latin typeface="Times New Roman"/>
                <a:ea typeface="Times New Roman"/>
                <a:cs typeface="Times New Roman"/>
                <a:sym typeface="Times New Roman"/>
              </a:rPr>
              <a:t>Mock-Up</a:t>
            </a:r>
            <a:endParaRPr lang="es-CO" sz="1400" b="0" i="0" u="none" strike="noStrike" cap="none" dirty="0">
              <a:solidFill>
                <a:srgbClr val="000000"/>
              </a:solidFill>
              <a:latin typeface="Arial"/>
              <a:ea typeface="Arial"/>
              <a:cs typeface="Arial"/>
              <a:sym typeface="Arial"/>
            </a:endParaRPr>
          </a:p>
          <a:p>
            <a:pPr marL="449263" marR="0" lvl="0" indent="-449263" algn="l" rtl="0">
              <a:lnSpc>
                <a:spcPct val="100000"/>
              </a:lnSpc>
              <a:spcBef>
                <a:spcPts val="600"/>
              </a:spcBef>
              <a:spcAft>
                <a:spcPts val="0"/>
              </a:spcAft>
              <a:buClr>
                <a:srgbClr val="000000"/>
              </a:buClr>
              <a:buSzPts val="1600"/>
              <a:buFont typeface="Arial"/>
              <a:buNone/>
            </a:pPr>
            <a:r>
              <a:rPr lang="es-CO" sz="1600" dirty="0">
                <a:latin typeface="Times New Roman"/>
                <a:cs typeface="Times New Roman"/>
                <a:sym typeface="Times New Roman"/>
              </a:rPr>
              <a:t>12.	Base </a:t>
            </a:r>
            <a:r>
              <a:rPr lang="es-CO" sz="1600" b="0" i="0" u="none" strike="noStrike" cap="none" dirty="0">
                <a:solidFill>
                  <a:srgbClr val="000000"/>
                </a:solidFill>
                <a:latin typeface="Times New Roman"/>
                <a:ea typeface="Times New Roman"/>
                <a:cs typeface="Times New Roman"/>
                <a:sym typeface="Times New Roman"/>
              </a:rPr>
              <a:t>de Datos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12.1 Modelo Entidad Relación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12.2 Modelo Relacional</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12.3 Normalización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12.4 Diccionario de datos</a:t>
            </a:r>
            <a:endParaRPr sz="1400" b="0" i="0" u="none" strike="noStrike" cap="none" dirty="0">
              <a:solidFill>
                <a:srgbClr val="000000"/>
              </a:solidFill>
              <a:latin typeface="Arial"/>
              <a:ea typeface="Arial"/>
              <a:cs typeface="Arial"/>
              <a:sym typeface="Arial"/>
            </a:endParaRPr>
          </a:p>
          <a:p>
            <a:pPr marL="449263" marR="0" lvl="0" indent="-449263"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13.	Casos de Uso</a:t>
            </a:r>
            <a:endParaRPr sz="1400" b="0" i="0" u="none" strike="noStrike" cap="none" dirty="0">
              <a:solidFill>
                <a:srgbClr val="000000"/>
              </a:solidFill>
              <a:latin typeface="Arial"/>
              <a:ea typeface="Arial"/>
              <a:cs typeface="Arial"/>
              <a:sym typeface="Arial"/>
            </a:endParaRPr>
          </a:p>
          <a:p>
            <a:pPr marL="534988" marR="0" lvl="0" indent="-534988"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13.1 Diagrama Casos de Uso</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13.2 Documentación Casos de Uso</a:t>
            </a:r>
            <a:endParaRPr sz="1400" b="0" i="0" u="none" strike="noStrike" cap="none" dirty="0">
              <a:solidFill>
                <a:srgbClr val="000000"/>
              </a:solidFill>
              <a:latin typeface="Arial"/>
              <a:ea typeface="Arial"/>
              <a:cs typeface="Arial"/>
              <a:sym typeface="Arial"/>
            </a:endParaRPr>
          </a:p>
          <a:p>
            <a:pPr marL="449263" marR="0" lvl="0" indent="-449263"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14.	Plataforma tecnológica</a:t>
            </a:r>
            <a:endParaRPr dirty="0"/>
          </a:p>
          <a:p>
            <a:pPr marL="449263" marR="0" lvl="0" indent="-449263"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15. 	Ficha Técnica</a:t>
            </a:r>
            <a:endParaRPr sz="1600" b="0" i="0" u="none" strike="noStrike" cap="none" dirty="0">
              <a:solidFill>
                <a:srgbClr val="000000"/>
              </a:solidFill>
              <a:latin typeface="Times New Roman"/>
              <a:ea typeface="Times New Roman"/>
              <a:cs typeface="Times New Roman"/>
              <a:sym typeface="Times New Roman"/>
            </a:endParaRPr>
          </a:p>
          <a:p>
            <a:pPr marL="449263" marR="0" lvl="0" indent="-449263" algn="l" rtl="0">
              <a:lnSpc>
                <a:spcPct val="100000"/>
              </a:lnSpc>
              <a:spcBef>
                <a:spcPts val="600"/>
              </a:spcBef>
              <a:spcAft>
                <a:spcPts val="0"/>
              </a:spcAft>
              <a:buClr>
                <a:srgbClr val="000000"/>
              </a:buClr>
              <a:buSzPts val="1600"/>
              <a:buFont typeface="Arial"/>
              <a:buNone/>
            </a:pPr>
            <a:r>
              <a:rPr lang="es-CO" sz="1600" dirty="0">
                <a:latin typeface="Times New Roman"/>
                <a:ea typeface="Times New Roman"/>
                <a:cs typeface="Times New Roman"/>
                <a:sym typeface="Times New Roman"/>
              </a:rPr>
              <a:t>16.	Diagrama de Despliegue</a:t>
            </a:r>
            <a:endParaRPr sz="1600" dirty="0">
              <a:latin typeface="Times New Roman"/>
              <a:ea typeface="Times New Roman"/>
              <a:cs typeface="Times New Roman"/>
              <a:sym typeface="Times New Roman"/>
            </a:endParaRPr>
          </a:p>
          <a:p>
            <a:pPr marL="449263" marR="0" lvl="0" indent="-449263"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17.	Git-Hub</a:t>
            </a:r>
          </a:p>
          <a:p>
            <a:pPr marL="449263" marR="0" lvl="0" indent="-449263"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Arial"/>
                <a:cs typeface="Times New Roman"/>
                <a:sym typeface="Times New Roman"/>
              </a:rPr>
              <a:t>18.	Bibliografía</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endParaRPr sz="1600" b="0" i="0" u="none" strike="noStrike" cap="none" dirty="0">
              <a:solidFill>
                <a:srgbClr val="000000"/>
              </a:solidFill>
              <a:latin typeface="Times New Roman"/>
              <a:ea typeface="Times New Roman"/>
              <a:cs typeface="Times New Roman"/>
              <a:sym typeface="Times New Roman"/>
            </a:endParaRPr>
          </a:p>
        </p:txBody>
      </p:sp>
      <p:cxnSp>
        <p:nvCxnSpPr>
          <p:cNvPr id="261" name="Google Shape;261;p2"/>
          <p:cNvCxnSpPr/>
          <p:nvPr/>
        </p:nvCxnSpPr>
        <p:spPr>
          <a:xfrm>
            <a:off x="1151581" y="96259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262" name="Google Shape;262;p2"/>
          <p:cNvPicPr preferRelativeResize="0"/>
          <p:nvPr/>
        </p:nvPicPr>
        <p:blipFill rotWithShape="1">
          <a:blip r:embed="rId4">
            <a:alphaModFix/>
          </a:blip>
          <a:srcRect l="984" t="-134"/>
          <a:stretch/>
        </p:blipFill>
        <p:spPr>
          <a:xfrm>
            <a:off x="9194857" y="2572147"/>
            <a:ext cx="2300662" cy="1713705"/>
          </a:xfrm>
          <a:prstGeom prst="rect">
            <a:avLst/>
          </a:prstGeom>
          <a:noFill/>
          <a:ln>
            <a:noFill/>
          </a:ln>
        </p:spPr>
      </p:pic>
      <p:sp>
        <p:nvSpPr>
          <p:cNvPr id="263" name="Google Shape;263;p2"/>
          <p:cNvSpPr txBox="1"/>
          <p:nvPr/>
        </p:nvSpPr>
        <p:spPr>
          <a:xfrm>
            <a:off x="1151581" y="1227637"/>
            <a:ext cx="3497655" cy="4862829"/>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1600"/>
              <a:buFont typeface="Calibri"/>
              <a:buAutoNum type="arabicPeriod"/>
            </a:pPr>
            <a:r>
              <a:rPr lang="es-CO" sz="1600" b="0" i="0" u="none" strike="noStrike" cap="none" dirty="0">
                <a:solidFill>
                  <a:srgbClr val="000000"/>
                </a:solidFill>
                <a:latin typeface="Times New Roman"/>
                <a:ea typeface="Times New Roman"/>
                <a:cs typeface="Times New Roman"/>
                <a:sym typeface="Times New Roman"/>
              </a:rPr>
              <a:t>Contextualización</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000000"/>
              </a:buClr>
              <a:buSzPts val="1600"/>
              <a:buFont typeface="Calibri"/>
              <a:buAutoNum type="arabicPeriod"/>
            </a:pPr>
            <a:r>
              <a:rPr lang="es-CO" sz="1600" b="0" i="0" u="none" strike="noStrike" cap="none" dirty="0">
                <a:solidFill>
                  <a:srgbClr val="000000"/>
                </a:solidFill>
                <a:latin typeface="Times New Roman"/>
                <a:ea typeface="Times New Roman"/>
                <a:cs typeface="Times New Roman"/>
                <a:sym typeface="Times New Roman"/>
              </a:rPr>
              <a:t>Planteamiento Problema</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000000"/>
              </a:buClr>
              <a:buSzPts val="1600"/>
              <a:buFont typeface="Calibri"/>
              <a:buAutoNum type="arabicPeriod"/>
            </a:pPr>
            <a:r>
              <a:rPr lang="es-CO" sz="1600" b="0" i="0" u="none" strike="noStrike" cap="none" dirty="0">
                <a:solidFill>
                  <a:srgbClr val="000000"/>
                </a:solidFill>
                <a:latin typeface="Times New Roman"/>
                <a:ea typeface="Times New Roman"/>
                <a:cs typeface="Times New Roman"/>
                <a:sym typeface="Times New Roman"/>
              </a:rPr>
              <a:t>Pregunta Problema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4.    Justificación</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5.	Objetivos</a:t>
            </a:r>
            <a:endParaRPr sz="1400" b="0" i="0" u="none" strike="noStrike" cap="none" dirty="0">
              <a:solidFill>
                <a:srgbClr val="000000"/>
              </a:solidFill>
              <a:latin typeface="Arial"/>
              <a:ea typeface="Arial"/>
              <a:cs typeface="Arial"/>
              <a:sym typeface="Arial"/>
            </a:endParaRPr>
          </a:p>
          <a:p>
            <a:pPr marL="534988" marR="0" lvl="0" indent="-534988"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4.1 Objetivo General</a:t>
            </a:r>
            <a:endParaRPr sz="1400" b="0" i="0" u="none" strike="noStrike" cap="none" dirty="0">
              <a:solidFill>
                <a:srgbClr val="000000"/>
              </a:solidFill>
              <a:latin typeface="Arial"/>
              <a:ea typeface="Arial"/>
              <a:cs typeface="Arial"/>
              <a:sym typeface="Arial"/>
            </a:endParaRPr>
          </a:p>
          <a:p>
            <a:pPr marL="534988" marR="0" lvl="0" indent="-534988"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	4.2 Objetivos Específicos</a:t>
            </a:r>
          </a:p>
          <a:p>
            <a:pPr marL="361950" marR="0" lvl="0" indent="-361950" algn="l" rtl="0">
              <a:lnSpc>
                <a:spcPct val="100000"/>
              </a:lnSpc>
              <a:spcBef>
                <a:spcPts val="600"/>
              </a:spcBef>
              <a:spcAft>
                <a:spcPts val="0"/>
              </a:spcAft>
              <a:buClr>
                <a:srgbClr val="000000"/>
              </a:buClr>
              <a:buSzPts val="1600"/>
              <a:buFont typeface="Arial"/>
              <a:buNone/>
            </a:pPr>
            <a:r>
              <a:rPr lang="es-CO" sz="1600" dirty="0">
                <a:latin typeface="Times New Roman"/>
                <a:ea typeface="Times New Roman"/>
                <a:cs typeface="Times New Roman"/>
                <a:sym typeface="Times New Roman"/>
              </a:rPr>
              <a:t>6.	Estado del arte</a:t>
            </a:r>
            <a:endParaRPr sz="1600" b="0" i="0" u="none"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7.	Alcance del Proyecto</a:t>
            </a:r>
            <a:endParaRPr sz="1600" b="0" i="0" u="none"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8.	BPMN</a:t>
            </a:r>
            <a:endParaRPr sz="1600" b="0" i="0" u="none" strike="noStrike" cap="none" dirty="0">
              <a:solidFill>
                <a:srgbClr val="000000"/>
              </a:solidFill>
              <a:latin typeface="Times New Roman"/>
              <a:ea typeface="Times New Roman"/>
              <a:cs typeface="Times New Roman"/>
              <a:sym typeface="Times New Roman"/>
            </a:endParaRPr>
          </a:p>
          <a:p>
            <a:pPr marL="342900" marR="0" lvl="0" indent="-342900" algn="l" rtl="0">
              <a:lnSpc>
                <a:spcPct val="100000"/>
              </a:lnSpc>
              <a:spcBef>
                <a:spcPts val="600"/>
              </a:spcBef>
              <a:spcAft>
                <a:spcPts val="0"/>
              </a:spcAft>
              <a:buClr>
                <a:srgbClr val="000000"/>
              </a:buClr>
              <a:buSzPts val="1600"/>
              <a:buFont typeface="Arial"/>
              <a:buAutoNum type="arabicPeriod" startAt="9"/>
            </a:pPr>
            <a:r>
              <a:rPr lang="es-CO" sz="1600" b="0" i="0" u="none" strike="noStrike" cap="none" dirty="0">
                <a:solidFill>
                  <a:srgbClr val="000000"/>
                </a:solidFill>
                <a:latin typeface="Times New Roman"/>
                <a:ea typeface="Times New Roman"/>
                <a:cs typeface="Times New Roman"/>
                <a:sym typeface="Times New Roman"/>
              </a:rPr>
              <a:t>Levantamiento de Información</a:t>
            </a:r>
            <a:endParaRPr sz="1400" b="0" i="0" u="none" strike="noStrike" cap="none" dirty="0">
              <a:solidFill>
                <a:srgbClr val="000000"/>
              </a:solidFill>
              <a:latin typeface="Arial"/>
              <a:ea typeface="Arial"/>
              <a:cs typeface="Arial"/>
              <a:sym typeface="Arial"/>
            </a:endParaRPr>
          </a:p>
          <a:p>
            <a:pPr marL="0" marR="0" lvl="0" indent="447675" algn="l" rtl="0">
              <a:lnSpc>
                <a:spcPct val="100000"/>
              </a:lnSpc>
              <a:spcBef>
                <a:spcPts val="600"/>
              </a:spcBef>
              <a:spcAft>
                <a:spcPts val="0"/>
              </a:spcAft>
              <a:buClr>
                <a:srgbClr val="000000"/>
              </a:buClr>
              <a:buSzPts val="1600"/>
              <a:buFont typeface="Arial"/>
              <a:buNone/>
            </a:pPr>
            <a:r>
              <a:rPr lang="es-CO" sz="1600" b="0" i="0" u="none" strike="noStrike" cap="none" dirty="0">
                <a:solidFill>
                  <a:srgbClr val="000000"/>
                </a:solidFill>
                <a:latin typeface="Times New Roman"/>
                <a:ea typeface="Times New Roman"/>
                <a:cs typeface="Times New Roman"/>
                <a:sym typeface="Times New Roman"/>
              </a:rPr>
              <a:t>9.1 Informe Observación</a:t>
            </a:r>
            <a:endParaRPr sz="1400" b="0" i="0" u="none" strike="noStrike" cap="none" dirty="0">
              <a:solidFill>
                <a:srgbClr val="000000"/>
              </a:solidFill>
              <a:latin typeface="Arial"/>
              <a:ea typeface="Arial"/>
              <a:cs typeface="Arial"/>
              <a:sym typeface="Arial"/>
            </a:endParaRPr>
          </a:p>
          <a:p>
            <a:pPr marL="0" marR="0" lvl="0" indent="447675" algn="l" rtl="0">
              <a:lnSpc>
                <a:spcPct val="100000"/>
              </a:lnSpc>
              <a:spcBef>
                <a:spcPts val="600"/>
              </a:spcBef>
              <a:spcAft>
                <a:spcPts val="0"/>
              </a:spcAft>
              <a:buClr>
                <a:srgbClr val="000000"/>
              </a:buClr>
              <a:buSzPts val="1600"/>
              <a:buFont typeface="Arial"/>
              <a:buNone/>
            </a:pPr>
            <a:r>
              <a:rPr lang="es-CO" sz="1600" dirty="0">
                <a:latin typeface="Times New Roman"/>
                <a:ea typeface="Times New Roman"/>
                <a:cs typeface="Times New Roman"/>
                <a:sym typeface="Times New Roman"/>
              </a:rPr>
              <a:t>9</a:t>
            </a:r>
            <a:r>
              <a:rPr lang="es-CO" sz="1600" b="0" i="0" u="none" strike="noStrike" cap="none" dirty="0">
                <a:solidFill>
                  <a:srgbClr val="000000"/>
                </a:solidFill>
                <a:latin typeface="Times New Roman"/>
                <a:ea typeface="Times New Roman"/>
                <a:cs typeface="Times New Roman"/>
                <a:sym typeface="Times New Roman"/>
              </a:rPr>
              <a:t>.2 Informe Entrevista</a:t>
            </a:r>
            <a:endParaRPr sz="1400" b="0" i="0" u="none" strike="noStrike" cap="none" dirty="0">
              <a:solidFill>
                <a:srgbClr val="000000"/>
              </a:solidFill>
              <a:latin typeface="Arial"/>
              <a:ea typeface="Arial"/>
              <a:cs typeface="Arial"/>
              <a:sym typeface="Arial"/>
            </a:endParaRPr>
          </a:p>
          <a:p>
            <a:pPr marL="0" marR="0" lvl="0" indent="447675" algn="l" rtl="0">
              <a:lnSpc>
                <a:spcPct val="100000"/>
              </a:lnSpc>
              <a:spcBef>
                <a:spcPts val="600"/>
              </a:spcBef>
              <a:spcAft>
                <a:spcPts val="0"/>
              </a:spcAft>
              <a:buClr>
                <a:srgbClr val="000000"/>
              </a:buClr>
              <a:buSzPts val="1600"/>
              <a:buFont typeface="Arial"/>
              <a:buNone/>
            </a:pPr>
            <a:r>
              <a:rPr lang="es-CO" sz="1600" dirty="0">
                <a:latin typeface="Times New Roman"/>
                <a:ea typeface="Times New Roman"/>
                <a:cs typeface="Times New Roman"/>
                <a:sym typeface="Times New Roman"/>
              </a:rPr>
              <a:t>9.</a:t>
            </a:r>
            <a:r>
              <a:rPr lang="es-CO" sz="1600" b="0" i="0" u="none" strike="noStrike" cap="none" dirty="0">
                <a:solidFill>
                  <a:srgbClr val="000000"/>
                </a:solidFill>
                <a:latin typeface="Times New Roman"/>
                <a:ea typeface="Times New Roman"/>
                <a:cs typeface="Times New Roman"/>
                <a:sym typeface="Times New Roman"/>
              </a:rPr>
              <a:t>3 Encuesta</a:t>
            </a:r>
            <a:endParaRPr sz="1400" b="0" i="0" u="none" strike="noStrike" cap="none" dirty="0">
              <a:solidFill>
                <a:srgbClr val="000000"/>
              </a:solidFill>
              <a:latin typeface="Arial"/>
              <a:ea typeface="Arial"/>
              <a:cs typeface="Arial"/>
              <a:sym typeface="Arial"/>
            </a:endParaRPr>
          </a:p>
          <a:p>
            <a:pPr marL="0" marR="0" lvl="0" indent="447675" algn="l" rtl="0">
              <a:lnSpc>
                <a:spcPct val="100000"/>
              </a:lnSpc>
              <a:spcBef>
                <a:spcPts val="600"/>
              </a:spcBef>
              <a:spcAft>
                <a:spcPts val="0"/>
              </a:spcAft>
              <a:buClr>
                <a:srgbClr val="000000"/>
              </a:buClr>
              <a:buSzPts val="1600"/>
              <a:buFont typeface="Arial"/>
              <a:buNone/>
            </a:pPr>
            <a:r>
              <a:rPr lang="es-CO" sz="1600" dirty="0">
                <a:latin typeface="Times New Roman"/>
                <a:ea typeface="Times New Roman"/>
                <a:cs typeface="Times New Roman"/>
                <a:sym typeface="Times New Roman"/>
              </a:rPr>
              <a:t>9.</a:t>
            </a:r>
            <a:r>
              <a:rPr lang="es-CO" sz="1600" b="0" i="0" u="none" strike="noStrike" cap="none" dirty="0">
                <a:solidFill>
                  <a:srgbClr val="000000"/>
                </a:solidFill>
                <a:latin typeface="Times New Roman"/>
                <a:ea typeface="Times New Roman"/>
                <a:cs typeface="Times New Roman"/>
                <a:sym typeface="Times New Roman"/>
              </a:rPr>
              <a:t>4 Análisis</a:t>
            </a:r>
            <a:endParaRPr lang="es-CO" dirty="0">
              <a:ea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7"/>
        <p:cNvGrpSpPr/>
        <p:nvPr/>
      </p:nvGrpSpPr>
      <p:grpSpPr>
        <a:xfrm>
          <a:off x="0" y="0"/>
          <a:ext cx="0" cy="0"/>
          <a:chOff x="0" y="0"/>
          <a:chExt cx="0" cy="0"/>
        </a:xfrm>
      </p:grpSpPr>
      <p:sp>
        <p:nvSpPr>
          <p:cNvPr id="268" name="Google Shape;268;p95"/>
          <p:cNvSpPr txBox="1"/>
          <p:nvPr/>
        </p:nvSpPr>
        <p:spPr>
          <a:xfrm>
            <a:off x="1868447" y="2354804"/>
            <a:ext cx="8537915"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Arial"/>
              <a:buNone/>
            </a:pPr>
            <a:r>
              <a:rPr lang="es-CO" sz="6000" b="1" i="0" u="none" strike="noStrike" cap="none">
                <a:solidFill>
                  <a:srgbClr val="FFFFFF"/>
                </a:solidFill>
                <a:latin typeface="Work Sans"/>
                <a:ea typeface="Work Sans"/>
                <a:cs typeface="Work Sans"/>
                <a:sym typeface="Work Sans"/>
              </a:rPr>
              <a:t>CONTEXTUALIZACIÓN</a:t>
            </a:r>
            <a:endParaRPr sz="1400" b="0" i="0" u="none" strike="noStrike" cap="none">
              <a:solidFill>
                <a:srgbClr val="000000"/>
              </a:solidFill>
              <a:latin typeface="Arial"/>
              <a:ea typeface="Arial"/>
              <a:cs typeface="Arial"/>
              <a:sym typeface="Arial"/>
            </a:endParaRPr>
          </a:p>
        </p:txBody>
      </p:sp>
      <p:cxnSp>
        <p:nvCxnSpPr>
          <p:cNvPr id="269" name="Google Shape;269;p95"/>
          <p:cNvCxnSpPr/>
          <p:nvPr/>
        </p:nvCxnSpPr>
        <p:spPr>
          <a:xfrm>
            <a:off x="4972228" y="3429000"/>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cxnSp>
        <p:nvCxnSpPr>
          <p:cNvPr id="274" name="Google Shape;274;p4"/>
          <p:cNvCxnSpPr/>
          <p:nvPr/>
        </p:nvCxnSpPr>
        <p:spPr>
          <a:xfrm>
            <a:off x="922743" y="1345423"/>
            <a:ext cx="2247544" cy="0"/>
          </a:xfrm>
          <a:prstGeom prst="straightConnector1">
            <a:avLst/>
          </a:prstGeom>
          <a:noFill/>
          <a:ln w="12700" cap="flat" cmpd="sng">
            <a:solidFill>
              <a:srgbClr val="38AA00"/>
            </a:solidFill>
            <a:prstDash val="solid"/>
            <a:miter lim="0"/>
            <a:headEnd type="none" w="sm" len="sm"/>
            <a:tailEnd type="none" w="sm" len="sm"/>
          </a:ln>
        </p:spPr>
      </p:cxnSp>
      <p:pic>
        <p:nvPicPr>
          <p:cNvPr id="275" name="Google Shape;275;p4"/>
          <p:cNvPicPr preferRelativeResize="0"/>
          <p:nvPr/>
        </p:nvPicPr>
        <p:blipFill rotWithShape="1">
          <a:blip r:embed="rId3">
            <a:alphaModFix/>
          </a:blip>
          <a:srcRect t="10729" b="7842"/>
          <a:stretch/>
        </p:blipFill>
        <p:spPr>
          <a:xfrm>
            <a:off x="7423894" y="1959716"/>
            <a:ext cx="4416815" cy="2938567"/>
          </a:xfrm>
          <a:prstGeom prst="rect">
            <a:avLst/>
          </a:prstGeom>
          <a:noFill/>
          <a:ln>
            <a:noFill/>
          </a:ln>
        </p:spPr>
      </p:pic>
      <p:sp>
        <p:nvSpPr>
          <p:cNvPr id="276" name="Google Shape;276;p4"/>
          <p:cNvSpPr txBox="1"/>
          <p:nvPr/>
        </p:nvSpPr>
        <p:spPr>
          <a:xfrm>
            <a:off x="813518" y="760407"/>
            <a:ext cx="4215681"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Bicicletería S.A</a:t>
            </a:r>
            <a:endParaRPr sz="1400" b="0" i="0" u="none" strike="noStrike" cap="none">
              <a:solidFill>
                <a:srgbClr val="000000"/>
              </a:solidFill>
              <a:latin typeface="Arial"/>
              <a:ea typeface="Arial"/>
              <a:cs typeface="Arial"/>
              <a:sym typeface="Arial"/>
            </a:endParaRPr>
          </a:p>
        </p:txBody>
      </p:sp>
      <p:sp>
        <p:nvSpPr>
          <p:cNvPr id="277" name="Google Shape;277;p4"/>
          <p:cNvSpPr txBox="1"/>
          <p:nvPr/>
        </p:nvSpPr>
        <p:spPr>
          <a:xfrm>
            <a:off x="922743" y="1915764"/>
            <a:ext cx="6140530" cy="317009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s-CO" sz="1800" b="1" i="0" u="none" strike="noStrike" cap="none">
                <a:solidFill>
                  <a:srgbClr val="000000"/>
                </a:solidFill>
                <a:latin typeface="Times New Roman"/>
                <a:ea typeface="Times New Roman"/>
                <a:cs typeface="Times New Roman"/>
                <a:sym typeface="Times New Roman"/>
              </a:rPr>
              <a:t>Información general</a:t>
            </a:r>
            <a:endParaRPr sz="1800" b="0" i="0" u="none" strike="noStrike" cap="none">
              <a:solidFill>
                <a:srgbClr val="000000"/>
              </a:solidFill>
              <a:latin typeface="Times New Roman"/>
              <a:ea typeface="Times New Roman"/>
              <a:cs typeface="Times New Roman"/>
              <a:sym typeface="Times New Roman"/>
            </a:endParaRPr>
          </a:p>
          <a:p>
            <a:pPr marL="0" marR="0" lvl="0" indent="177800" algn="just" rtl="0">
              <a:lnSpc>
                <a:spcPct val="100000"/>
              </a:lnSpc>
              <a:spcBef>
                <a:spcPts val="80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Dedicados en venta de repuestos y mantenimiento técnico integral de bicicletas de forma presencial.</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Administración:</a:t>
            </a:r>
            <a:r>
              <a:rPr lang="es-CO" sz="1600" b="0" i="0" u="none" strike="noStrike" cap="none">
                <a:solidFill>
                  <a:srgbClr val="000000"/>
                </a:solidFill>
                <a:latin typeface="Times New Roman"/>
                <a:ea typeface="Times New Roman"/>
                <a:cs typeface="Times New Roman"/>
                <a:sym typeface="Times New Roman"/>
              </a:rPr>
              <a:t> Azucena Salinas Hernández</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Ubicación:</a:t>
            </a:r>
            <a:r>
              <a:rPr lang="es-CO" sz="1600" b="0" i="0" u="none" strike="noStrike" cap="none">
                <a:solidFill>
                  <a:srgbClr val="000000"/>
                </a:solidFill>
                <a:latin typeface="Times New Roman"/>
                <a:ea typeface="Times New Roman"/>
                <a:cs typeface="Times New Roman"/>
                <a:sym typeface="Times New Roman"/>
              </a:rPr>
              <a:t> Cra. 24 #47-10, Soacha, Cundinamarca.</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Equipo:</a:t>
            </a:r>
            <a:r>
              <a:rPr lang="es-CO" sz="1600" b="0" i="0" u="none" strike="noStrike" cap="none">
                <a:solidFill>
                  <a:srgbClr val="000000"/>
                </a:solidFill>
                <a:latin typeface="Times New Roman"/>
                <a:ea typeface="Times New Roman"/>
                <a:cs typeface="Times New Roman"/>
                <a:sym typeface="Times New Roman"/>
              </a:rPr>
              <a:t> Cuentan con un grupo de 2 colaboradores </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Última actualización de imagen:</a:t>
            </a:r>
            <a:r>
              <a:rPr lang="es-CO" sz="1600" b="0" i="0" u="none" strike="noStrike" cap="none">
                <a:solidFill>
                  <a:srgbClr val="000000"/>
                </a:solidFill>
                <a:latin typeface="Times New Roman"/>
                <a:ea typeface="Times New Roman"/>
                <a:cs typeface="Times New Roman"/>
                <a:sym typeface="Times New Roman"/>
              </a:rPr>
              <a:t> Octubre de 2025.</a:t>
            </a:r>
            <a:endParaRPr sz="1400" b="0" i="0" u="none" strike="noStrike" cap="none">
              <a:solidFill>
                <a:srgbClr val="000000"/>
              </a:solidFill>
              <a:latin typeface="Arial"/>
              <a:ea typeface="Arial"/>
              <a:cs typeface="Arial"/>
              <a:sym typeface="Arial"/>
            </a:endParaRPr>
          </a:p>
          <a:p>
            <a:pPr marL="342900" marR="0" lvl="0" indent="-342900" algn="just" rtl="0">
              <a:lnSpc>
                <a:spcPct val="100000"/>
              </a:lnSpc>
              <a:spcBef>
                <a:spcPts val="800"/>
              </a:spcBef>
              <a:spcAft>
                <a:spcPts val="0"/>
              </a:spcAft>
              <a:buClr>
                <a:srgbClr val="000000"/>
              </a:buClr>
              <a:buSzPts val="1000"/>
              <a:buFont typeface="Arial"/>
              <a:buChar char="●"/>
            </a:pPr>
            <a:r>
              <a:rPr lang="es-CO" sz="1600" b="1" i="0" u="none" strike="noStrike" cap="none">
                <a:solidFill>
                  <a:srgbClr val="000000"/>
                </a:solidFill>
                <a:latin typeface="Times New Roman"/>
                <a:ea typeface="Times New Roman"/>
                <a:cs typeface="Times New Roman"/>
                <a:sym typeface="Times New Roman"/>
              </a:rPr>
              <a:t>Trayectoria:</a:t>
            </a:r>
            <a:r>
              <a:rPr lang="es-CO" sz="1600" b="0" i="0" u="none" strike="noStrike" cap="none">
                <a:solidFill>
                  <a:srgbClr val="000000"/>
                </a:solidFill>
                <a:latin typeface="Times New Roman"/>
                <a:ea typeface="Times New Roman"/>
                <a:cs typeface="Times New Roman"/>
                <a:sym typeface="Times New Roman"/>
              </a:rPr>
              <a:t> 9 años de experiencia brindando soluciones a la comunidad ciclista.</a:t>
            </a:r>
            <a:endParaRPr sz="1400" b="0" i="0" u="none" strike="noStrike" cap="none">
              <a:solidFill>
                <a:srgbClr val="000000"/>
              </a:solidFill>
              <a:latin typeface="Arial"/>
              <a:ea typeface="Arial"/>
              <a:cs typeface="Arial"/>
              <a:sym typeface="Arial"/>
            </a:endParaRPr>
          </a:p>
          <a:p>
            <a:pPr marL="342900" marR="0" lvl="0" indent="-279400" algn="just" rtl="0">
              <a:lnSpc>
                <a:spcPct val="100000"/>
              </a:lnSpc>
              <a:spcBef>
                <a:spcPts val="0"/>
              </a:spcBef>
              <a:spcAft>
                <a:spcPts val="0"/>
              </a:spcAft>
              <a:buClr>
                <a:schemeClr val="dk1"/>
              </a:buClr>
              <a:buSzPts val="1000"/>
              <a:buFont typeface="Arial"/>
              <a:buNone/>
            </a:pPr>
            <a:endParaRPr sz="1400" b="0" i="0" u="none" strike="noStrike" cap="none">
              <a:solidFill>
                <a:srgbClr val="000000"/>
              </a:solidFill>
              <a:latin typeface="Times New Roman"/>
              <a:ea typeface="Times New Roman"/>
              <a:cs typeface="Times New Roman"/>
              <a:sym typeface="Times New Roman"/>
            </a:endParaRPr>
          </a:p>
        </p:txBody>
      </p:sp>
      <p:pic>
        <p:nvPicPr>
          <p:cNvPr id="6" name="Google Shape;262;p2">
            <a:extLst>
              <a:ext uri="{FF2B5EF4-FFF2-40B4-BE49-F238E27FC236}">
                <a16:creationId xmlns:a16="http://schemas.microsoft.com/office/drawing/2014/main" id="{1746B82A-64C3-489A-A4B6-F47964363E80}"/>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1"/>
        <p:cNvGrpSpPr/>
        <p:nvPr/>
      </p:nvGrpSpPr>
      <p:grpSpPr>
        <a:xfrm>
          <a:off x="0" y="0"/>
          <a:ext cx="0" cy="0"/>
          <a:chOff x="0" y="0"/>
          <a:chExt cx="0" cy="0"/>
        </a:xfrm>
      </p:grpSpPr>
      <p:sp>
        <p:nvSpPr>
          <p:cNvPr id="282" name="Google Shape;282;p96"/>
          <p:cNvSpPr txBox="1"/>
          <p:nvPr/>
        </p:nvSpPr>
        <p:spPr>
          <a:xfrm>
            <a:off x="242198" y="2631803"/>
            <a:ext cx="1179040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s-CO" sz="5400" b="1" i="0" u="none" strike="noStrike" cap="none">
                <a:solidFill>
                  <a:srgbClr val="FFFFFF"/>
                </a:solidFill>
                <a:latin typeface="Work Sans"/>
                <a:ea typeface="Work Sans"/>
                <a:cs typeface="Work Sans"/>
                <a:sym typeface="Work Sans"/>
              </a:rPr>
              <a:t>PLANTEAMIENTO DEL PROBLEMA</a:t>
            </a:r>
            <a:endParaRPr sz="1400" b="0" i="0" u="none" strike="noStrike" cap="none">
              <a:solidFill>
                <a:srgbClr val="000000"/>
              </a:solidFill>
              <a:latin typeface="Arial"/>
              <a:ea typeface="Arial"/>
              <a:cs typeface="Arial"/>
              <a:sym typeface="Arial"/>
            </a:endParaRPr>
          </a:p>
        </p:txBody>
      </p:sp>
      <p:cxnSp>
        <p:nvCxnSpPr>
          <p:cNvPr id="283" name="Google Shape;283;p96"/>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6"/>
          <p:cNvSpPr txBox="1"/>
          <p:nvPr/>
        </p:nvSpPr>
        <p:spPr>
          <a:xfrm>
            <a:off x="941236" y="871869"/>
            <a:ext cx="721520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Planteamiento del problema</a:t>
            </a:r>
            <a:endParaRPr sz="1400" b="0" i="0" u="none" strike="noStrike" cap="none">
              <a:solidFill>
                <a:srgbClr val="000000"/>
              </a:solidFill>
              <a:latin typeface="Arial"/>
              <a:ea typeface="Arial"/>
              <a:cs typeface="Arial"/>
              <a:sym typeface="Arial"/>
            </a:endParaRPr>
          </a:p>
        </p:txBody>
      </p:sp>
      <p:cxnSp>
        <p:nvCxnSpPr>
          <p:cNvPr id="289" name="Google Shape;289;p6"/>
          <p:cNvCxnSpPr/>
          <p:nvPr/>
        </p:nvCxnSpPr>
        <p:spPr>
          <a:xfrm>
            <a:off x="1077027" y="1483846"/>
            <a:ext cx="1425934" cy="0"/>
          </a:xfrm>
          <a:prstGeom prst="straightConnector1">
            <a:avLst/>
          </a:prstGeom>
          <a:noFill/>
          <a:ln w="12700" cap="flat" cmpd="sng">
            <a:solidFill>
              <a:srgbClr val="4D4D4C"/>
            </a:solidFill>
            <a:prstDash val="solid"/>
            <a:miter lim="0"/>
            <a:headEnd type="none" w="sm" len="sm"/>
            <a:tailEnd type="none" w="sm" len="sm"/>
          </a:ln>
        </p:spPr>
      </p:cxnSp>
      <p:sp>
        <p:nvSpPr>
          <p:cNvPr id="290" name="Google Shape;290;p6"/>
          <p:cNvSpPr txBox="1"/>
          <p:nvPr/>
        </p:nvSpPr>
        <p:spPr>
          <a:xfrm>
            <a:off x="1077027" y="1893473"/>
            <a:ext cx="8981400" cy="2191800"/>
          </a:xfrm>
          <a:prstGeom prst="rect">
            <a:avLst/>
          </a:prstGeom>
          <a:noFill/>
          <a:ln>
            <a:noFill/>
          </a:ln>
        </p:spPr>
        <p:txBody>
          <a:bodyPr spcFirstLastPara="1" wrap="square" lIns="91425" tIns="45700" rIns="91425" bIns="45700" anchor="t" anchorCtr="0">
            <a:spAutoFit/>
          </a:bodyPr>
          <a:lstStyle/>
          <a:p>
            <a:pPr marL="0" marR="0" lvl="0" indent="450000" algn="l" rtl="0">
              <a:lnSpc>
                <a:spcPct val="115000"/>
              </a:lnSpc>
              <a:spcBef>
                <a:spcPts val="0"/>
              </a:spcBef>
              <a:spcAft>
                <a:spcPts val="0"/>
              </a:spcAft>
              <a:buClr>
                <a:srgbClr val="000000"/>
              </a:buClr>
              <a:buSzPts val="1600"/>
              <a:buFont typeface="Arial"/>
              <a:buNone/>
            </a:pPr>
            <a:r>
              <a:rPr lang="es-CO" sz="1600" b="0" i="0" u="none" strike="noStrike" cap="none">
                <a:solidFill>
                  <a:schemeClr val="dk1"/>
                </a:solidFill>
                <a:latin typeface="Times New Roman"/>
                <a:ea typeface="Times New Roman"/>
                <a:cs typeface="Times New Roman"/>
                <a:sym typeface="Times New Roman"/>
              </a:rPr>
              <a:t>Actualmente, el negocio gestiona sus ventas y el control de inventarios de forma manual o en papel. Al registrar todo de esta manera, la información se encuentra desorganizada, lo que impide conocer qué se ha vendido o qué queda disponible en tiempo real.</a:t>
            </a:r>
            <a:endParaRPr sz="1400" b="0" i="0" u="none" strike="noStrike" cap="none">
              <a:solidFill>
                <a:srgbClr val="000000"/>
              </a:solidFill>
              <a:latin typeface="Arial"/>
              <a:ea typeface="Arial"/>
              <a:cs typeface="Arial"/>
              <a:sym typeface="Arial"/>
            </a:endParaRPr>
          </a:p>
          <a:p>
            <a:pPr marL="0" marR="0" lvl="0" indent="450000" algn="l" rtl="0">
              <a:lnSpc>
                <a:spcPct val="115000"/>
              </a:lnSpc>
              <a:spcBef>
                <a:spcPts val="1200"/>
              </a:spcBef>
              <a:spcAft>
                <a:spcPts val="0"/>
              </a:spcAft>
              <a:buClr>
                <a:srgbClr val="000000"/>
              </a:buClr>
              <a:buSzPts val="1600"/>
              <a:buFont typeface="Arial"/>
              <a:buNone/>
            </a:pPr>
            <a:r>
              <a:rPr lang="es-CO" sz="1600" b="0" i="0" u="none" strike="noStrike" cap="none">
                <a:solidFill>
                  <a:schemeClr val="dk1"/>
                </a:solidFill>
                <a:latin typeface="Times New Roman"/>
                <a:ea typeface="Times New Roman"/>
                <a:cs typeface="Times New Roman"/>
                <a:sym typeface="Times New Roman"/>
              </a:rPr>
              <a:t>Esto causa que los registros no coinciden con lo que hay físicamente en el estante, provocando pérdidas de dinero al comprar mercancía innecesaria o no tener productos para vender. Además, la falta de una presencia virtual limita el alcance para conseguir clientes nuevos y pone en riesgo la seguridad de los datos de las ventas y de los clientes.</a:t>
            </a:r>
            <a:endParaRPr sz="1400" b="0" i="0" u="none" strike="noStrike" cap="none">
              <a:solidFill>
                <a:srgbClr val="000000"/>
              </a:solidFill>
              <a:latin typeface="Arial"/>
              <a:ea typeface="Arial"/>
              <a:cs typeface="Arial"/>
              <a:sym typeface="Arial"/>
            </a:endParaRPr>
          </a:p>
        </p:txBody>
      </p:sp>
      <p:pic>
        <p:nvPicPr>
          <p:cNvPr id="291" name="Google Shape;291;p6"/>
          <p:cNvPicPr preferRelativeResize="0"/>
          <p:nvPr/>
        </p:nvPicPr>
        <p:blipFill rotWithShape="1">
          <a:blip r:embed="rId3">
            <a:alphaModFix/>
          </a:blip>
          <a:srcRect l="8596" t="3566" r="9814" b="6212"/>
          <a:stretch/>
        </p:blipFill>
        <p:spPr>
          <a:xfrm>
            <a:off x="4548841" y="4031948"/>
            <a:ext cx="2939143" cy="2710116"/>
          </a:xfrm>
          <a:prstGeom prst="rect">
            <a:avLst/>
          </a:prstGeom>
          <a:noFill/>
          <a:ln>
            <a:noFill/>
          </a:ln>
        </p:spPr>
      </p:pic>
      <p:pic>
        <p:nvPicPr>
          <p:cNvPr id="6" name="Google Shape;262;p2">
            <a:extLst>
              <a:ext uri="{FF2B5EF4-FFF2-40B4-BE49-F238E27FC236}">
                <a16:creationId xmlns:a16="http://schemas.microsoft.com/office/drawing/2014/main" id="{9E0C6D81-BA2D-42E3-9E6D-D63611123911}"/>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5"/>
        <p:cNvGrpSpPr/>
        <p:nvPr/>
      </p:nvGrpSpPr>
      <p:grpSpPr>
        <a:xfrm>
          <a:off x="0" y="0"/>
          <a:ext cx="0" cy="0"/>
          <a:chOff x="0" y="0"/>
          <a:chExt cx="0" cy="0"/>
        </a:xfrm>
      </p:grpSpPr>
      <p:sp>
        <p:nvSpPr>
          <p:cNvPr id="296" name="Google Shape;296;p97"/>
          <p:cNvSpPr txBox="1"/>
          <p:nvPr/>
        </p:nvSpPr>
        <p:spPr>
          <a:xfrm>
            <a:off x="1625866" y="2539470"/>
            <a:ext cx="8940268"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s-CO" sz="6000" b="1" i="0" u="none" strike="noStrike" cap="none">
                <a:solidFill>
                  <a:srgbClr val="FFFFFF"/>
                </a:solidFill>
                <a:latin typeface="Work Sans"/>
                <a:ea typeface="Work Sans"/>
                <a:cs typeface="Work Sans"/>
                <a:sym typeface="Work Sans"/>
              </a:rPr>
              <a:t>PREGUNTA PROBLEMA</a:t>
            </a:r>
            <a:endParaRPr sz="1400" b="0" i="0" u="none" strike="noStrike" cap="none">
              <a:solidFill>
                <a:srgbClr val="000000"/>
              </a:solidFill>
              <a:latin typeface="Arial"/>
              <a:ea typeface="Arial"/>
              <a:cs typeface="Arial"/>
              <a:sym typeface="Arial"/>
            </a:endParaRPr>
          </a:p>
        </p:txBody>
      </p:sp>
      <p:cxnSp>
        <p:nvCxnSpPr>
          <p:cNvPr id="297" name="Google Shape;297;p97"/>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8"/>
          <p:cNvSpPr txBox="1"/>
          <p:nvPr/>
        </p:nvSpPr>
        <p:spPr>
          <a:xfrm>
            <a:off x="883061" y="1408081"/>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Pregunta problema</a:t>
            </a:r>
            <a:endParaRPr sz="3600" b="1" i="0" u="none" strike="noStrike" cap="none">
              <a:solidFill>
                <a:srgbClr val="38AA00"/>
              </a:solidFill>
              <a:latin typeface="Work Sans"/>
              <a:ea typeface="Work Sans"/>
              <a:cs typeface="Work Sans"/>
              <a:sym typeface="Work Sans"/>
            </a:endParaRPr>
          </a:p>
          <a:p>
            <a:pPr marL="0" marR="0" lvl="0" indent="0" algn="l" rtl="0">
              <a:lnSpc>
                <a:spcPct val="90000"/>
              </a:lnSpc>
              <a:spcBef>
                <a:spcPts val="0"/>
              </a:spcBef>
              <a:spcAft>
                <a:spcPts val="0"/>
              </a:spcAft>
              <a:buClr>
                <a:schemeClr val="dk1"/>
              </a:buClr>
              <a:buSzPts val="3600"/>
              <a:buFont typeface="Calibri"/>
              <a:buNone/>
            </a:pPr>
            <a:endParaRPr sz="3600" b="1" i="0" u="none" strike="noStrike" cap="none">
              <a:solidFill>
                <a:srgbClr val="38AA00"/>
              </a:solidFill>
              <a:latin typeface="Work Sans"/>
              <a:ea typeface="Work Sans"/>
              <a:cs typeface="Work Sans"/>
              <a:sym typeface="Work Sans"/>
            </a:endParaRPr>
          </a:p>
        </p:txBody>
      </p:sp>
      <p:cxnSp>
        <p:nvCxnSpPr>
          <p:cNvPr id="303" name="Google Shape;303;p8"/>
          <p:cNvCxnSpPr/>
          <p:nvPr/>
        </p:nvCxnSpPr>
        <p:spPr>
          <a:xfrm>
            <a:off x="1049318" y="2084679"/>
            <a:ext cx="1425934" cy="0"/>
          </a:xfrm>
          <a:prstGeom prst="straightConnector1">
            <a:avLst/>
          </a:prstGeom>
          <a:noFill/>
          <a:ln w="12700" cap="flat" cmpd="sng">
            <a:solidFill>
              <a:srgbClr val="4D4D4C"/>
            </a:solidFill>
            <a:prstDash val="solid"/>
            <a:miter lim="0"/>
            <a:headEnd type="none" w="sm" len="sm"/>
            <a:tailEnd type="none" w="sm" len="sm"/>
          </a:ln>
        </p:spPr>
      </p:cxnSp>
      <p:sp>
        <p:nvSpPr>
          <p:cNvPr id="304" name="Google Shape;304;p8"/>
          <p:cNvSpPr txBox="1"/>
          <p:nvPr/>
        </p:nvSpPr>
        <p:spPr>
          <a:xfrm>
            <a:off x="1049318" y="2308102"/>
            <a:ext cx="8645189" cy="1121269"/>
          </a:xfrm>
          <a:prstGeom prst="rect">
            <a:avLst/>
          </a:prstGeom>
          <a:noFill/>
          <a:ln>
            <a:noFill/>
          </a:ln>
        </p:spPr>
        <p:txBody>
          <a:bodyPr spcFirstLastPara="1" wrap="square" lIns="91425" tIns="45700" rIns="91425" bIns="45700" anchor="t" anchorCtr="0">
            <a:spAutoFit/>
          </a:bodyPr>
          <a:lstStyle/>
          <a:p>
            <a:pPr marL="0" marR="0" lvl="0" indent="270510" algn="just" rtl="0">
              <a:lnSpc>
                <a:spcPct val="200000"/>
              </a:lnSpc>
              <a:spcBef>
                <a:spcPts val="0"/>
              </a:spcBef>
              <a:spcAft>
                <a:spcPts val="0"/>
              </a:spcAft>
              <a:buClr>
                <a:srgbClr val="000000"/>
              </a:buClr>
              <a:buSzPts val="1800"/>
              <a:buFont typeface="Arial"/>
              <a:buNone/>
            </a:pPr>
            <a:r>
              <a:rPr lang="es-CO" sz="1800" b="0" i="0" u="none" strike="noStrike" cap="none">
                <a:solidFill>
                  <a:srgbClr val="000000"/>
                </a:solidFill>
                <a:latin typeface="Times New Roman"/>
                <a:ea typeface="Times New Roman"/>
                <a:cs typeface="Times New Roman"/>
                <a:sym typeface="Times New Roman"/>
              </a:rPr>
              <a:t>¿Cómo desarrollar un aplicativo web que permita gestionar de forma eficiente la venta, el inventario y la administración de clientes y empleados en la Bicicletería S.A?</a:t>
            </a:r>
            <a:endParaRPr sz="1800" b="0" i="0" u="none" strike="noStrike" cap="none">
              <a:solidFill>
                <a:schemeClr val="dk1"/>
              </a:solidFill>
              <a:latin typeface="Arial"/>
              <a:ea typeface="Arial"/>
              <a:cs typeface="Arial"/>
              <a:sym typeface="Arial"/>
            </a:endParaRPr>
          </a:p>
        </p:txBody>
      </p:sp>
      <p:cxnSp>
        <p:nvCxnSpPr>
          <p:cNvPr id="305" name="Google Shape;305;p8"/>
          <p:cNvCxnSpPr/>
          <p:nvPr/>
        </p:nvCxnSpPr>
        <p:spPr>
          <a:xfrm>
            <a:off x="5050952" y="3555133"/>
            <a:ext cx="2247544" cy="0"/>
          </a:xfrm>
          <a:prstGeom prst="straightConnector1">
            <a:avLst/>
          </a:prstGeom>
          <a:noFill/>
          <a:ln w="12700" cap="flat" cmpd="sng">
            <a:solidFill>
              <a:schemeClr val="lt1"/>
            </a:solidFill>
            <a:prstDash val="solid"/>
            <a:miter lim="0"/>
            <a:headEnd type="none" w="sm" len="sm"/>
            <a:tailEnd type="none" w="sm" len="sm"/>
          </a:ln>
        </p:spPr>
      </p:cxnSp>
      <p:pic>
        <p:nvPicPr>
          <p:cNvPr id="306" name="Google Shape;306;p8"/>
          <p:cNvPicPr preferRelativeResize="0"/>
          <p:nvPr/>
        </p:nvPicPr>
        <p:blipFill rotWithShape="1">
          <a:blip r:embed="rId3">
            <a:alphaModFix/>
          </a:blip>
          <a:srcRect/>
          <a:stretch/>
        </p:blipFill>
        <p:spPr>
          <a:xfrm>
            <a:off x="3726294" y="3989263"/>
            <a:ext cx="4739411" cy="2285993"/>
          </a:xfrm>
          <a:prstGeom prst="rect">
            <a:avLst/>
          </a:prstGeom>
          <a:noFill/>
          <a:ln>
            <a:noFill/>
          </a:ln>
        </p:spPr>
      </p:pic>
      <p:pic>
        <p:nvPicPr>
          <p:cNvPr id="7" name="Google Shape;262;p2">
            <a:extLst>
              <a:ext uri="{FF2B5EF4-FFF2-40B4-BE49-F238E27FC236}">
                <a16:creationId xmlns:a16="http://schemas.microsoft.com/office/drawing/2014/main" id="{7756E711-1A74-4AE2-B3DC-0E181933DC73}"/>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0"/>
        <p:cNvGrpSpPr/>
        <p:nvPr/>
      </p:nvGrpSpPr>
      <p:grpSpPr>
        <a:xfrm>
          <a:off x="0" y="0"/>
          <a:ext cx="0" cy="0"/>
          <a:chOff x="0" y="0"/>
          <a:chExt cx="0" cy="0"/>
        </a:xfrm>
      </p:grpSpPr>
      <p:sp>
        <p:nvSpPr>
          <p:cNvPr id="311" name="Google Shape;311;p98"/>
          <p:cNvSpPr txBox="1"/>
          <p:nvPr/>
        </p:nvSpPr>
        <p:spPr>
          <a:xfrm>
            <a:off x="3035710" y="2539470"/>
            <a:ext cx="6120586"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s-CO" sz="6000" b="1" i="0" u="none" strike="noStrike" cap="none">
                <a:solidFill>
                  <a:srgbClr val="FFFFFF"/>
                </a:solidFill>
                <a:latin typeface="Work Sans"/>
                <a:ea typeface="Work Sans"/>
                <a:cs typeface="Work Sans"/>
                <a:sym typeface="Work Sans"/>
              </a:rPr>
              <a:t>JUSTIFICACIÓN</a:t>
            </a:r>
            <a:endParaRPr sz="1400" b="0" i="0" u="none" strike="noStrike" cap="none">
              <a:solidFill>
                <a:srgbClr val="000000"/>
              </a:solidFill>
              <a:latin typeface="Arial"/>
              <a:ea typeface="Arial"/>
              <a:cs typeface="Arial"/>
              <a:sym typeface="Arial"/>
            </a:endParaRPr>
          </a:p>
        </p:txBody>
      </p:sp>
      <p:cxnSp>
        <p:nvCxnSpPr>
          <p:cNvPr id="312" name="Google Shape;312;p98"/>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0"/>
          <p:cNvSpPr txBox="1"/>
          <p:nvPr/>
        </p:nvSpPr>
        <p:spPr>
          <a:xfrm>
            <a:off x="836879" y="901093"/>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Justificación</a:t>
            </a:r>
            <a:endParaRPr sz="1400" b="0" i="0" u="none" strike="noStrike" cap="none">
              <a:solidFill>
                <a:srgbClr val="000000"/>
              </a:solidFill>
              <a:latin typeface="Arial"/>
              <a:ea typeface="Arial"/>
              <a:cs typeface="Arial"/>
              <a:sym typeface="Arial"/>
            </a:endParaRPr>
          </a:p>
        </p:txBody>
      </p:sp>
      <p:cxnSp>
        <p:nvCxnSpPr>
          <p:cNvPr id="318" name="Google Shape;318;p10"/>
          <p:cNvCxnSpPr/>
          <p:nvPr/>
        </p:nvCxnSpPr>
        <p:spPr>
          <a:xfrm>
            <a:off x="956955" y="1556479"/>
            <a:ext cx="1425934" cy="0"/>
          </a:xfrm>
          <a:prstGeom prst="straightConnector1">
            <a:avLst/>
          </a:prstGeom>
          <a:noFill/>
          <a:ln w="12700" cap="flat" cmpd="sng">
            <a:solidFill>
              <a:srgbClr val="4D4D4C"/>
            </a:solidFill>
            <a:prstDash val="solid"/>
            <a:miter lim="0"/>
            <a:headEnd type="none" w="sm" len="sm"/>
            <a:tailEnd type="none" w="sm" len="sm"/>
          </a:ln>
        </p:spPr>
      </p:cxnSp>
      <p:sp>
        <p:nvSpPr>
          <p:cNvPr id="319" name="Google Shape;319;p10"/>
          <p:cNvSpPr txBox="1"/>
          <p:nvPr/>
        </p:nvSpPr>
        <p:spPr>
          <a:xfrm>
            <a:off x="836879" y="1643470"/>
            <a:ext cx="9766466" cy="3397020"/>
          </a:xfrm>
          <a:prstGeom prst="rect">
            <a:avLst/>
          </a:prstGeom>
          <a:noFill/>
          <a:ln>
            <a:noFill/>
          </a:ln>
        </p:spPr>
        <p:txBody>
          <a:bodyPr spcFirstLastPara="1" wrap="square" lIns="91425" tIns="45700" rIns="91425" bIns="45700" anchor="t" anchorCtr="0">
            <a:spAutoFit/>
          </a:bodyPr>
          <a:lstStyle/>
          <a:p>
            <a:pPr marL="0" marR="0" lvl="0" indent="450215" algn="just" rtl="0">
              <a:lnSpc>
                <a:spcPct val="15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Actualmente no existe un aplicativo que permita gestionar de manera digital la venta de bicicletas y repuestos. El desarrollo del aplicativo permitirá digitalizar y optimizar los procesos de gestión de ventas, inventario y clientes. Además, centralizará la información en una base de datos estructurada, reduciendo errores manuales y mejorando la eficiencia operativa.</a:t>
            </a:r>
            <a:endParaRPr sz="1600" b="0" i="0" u="none" strike="noStrike" cap="none">
              <a:solidFill>
                <a:schemeClr val="dk1"/>
              </a:solidFill>
              <a:latin typeface="Arial"/>
              <a:ea typeface="Arial"/>
              <a:cs typeface="Arial"/>
              <a:sym typeface="Arial"/>
            </a:endParaRPr>
          </a:p>
          <a:p>
            <a:pPr marL="0" marR="0" lvl="0" indent="450215" algn="just" rtl="0">
              <a:lnSpc>
                <a:spcPct val="150000"/>
              </a:lnSpc>
              <a:spcBef>
                <a:spcPts val="280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La implementación del sistema facilitará la administración del negocio mediante herramientas tecnológicas que mejoren el control, la organización y la disponibilidad de la información.</a:t>
            </a:r>
            <a:endParaRPr sz="1600" b="0" i="0" u="none" strike="noStrike" cap="none">
              <a:solidFill>
                <a:schemeClr val="dk1"/>
              </a:solidFill>
              <a:latin typeface="Arial"/>
              <a:ea typeface="Arial"/>
              <a:cs typeface="Arial"/>
              <a:sym typeface="Arial"/>
            </a:endParaRPr>
          </a:p>
          <a:p>
            <a:pPr marL="0" marR="0" lvl="0" indent="270510" algn="just" rtl="0">
              <a:lnSpc>
                <a:spcPct val="200000"/>
              </a:lnSpc>
              <a:spcBef>
                <a:spcPts val="280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pic>
        <p:nvPicPr>
          <p:cNvPr id="320" name="Google Shape;320;p10"/>
          <p:cNvPicPr preferRelativeResize="0"/>
          <p:nvPr/>
        </p:nvPicPr>
        <p:blipFill rotWithShape="1">
          <a:blip r:embed="rId3">
            <a:alphaModFix/>
          </a:blip>
          <a:srcRect t="7703"/>
          <a:stretch/>
        </p:blipFill>
        <p:spPr>
          <a:xfrm>
            <a:off x="4450050" y="4529324"/>
            <a:ext cx="3291899" cy="2276669"/>
          </a:xfrm>
          <a:prstGeom prst="rect">
            <a:avLst/>
          </a:prstGeom>
          <a:noFill/>
          <a:ln>
            <a:noFill/>
          </a:ln>
        </p:spPr>
      </p:pic>
      <p:pic>
        <p:nvPicPr>
          <p:cNvPr id="6" name="Google Shape;262;p2">
            <a:extLst>
              <a:ext uri="{FF2B5EF4-FFF2-40B4-BE49-F238E27FC236}">
                <a16:creationId xmlns:a16="http://schemas.microsoft.com/office/drawing/2014/main" id="{713BEFD5-7147-4C4E-A69B-683E97A784DC}"/>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4"/>
        <p:cNvGrpSpPr/>
        <p:nvPr/>
      </p:nvGrpSpPr>
      <p:grpSpPr>
        <a:xfrm>
          <a:off x="0" y="0"/>
          <a:ext cx="0" cy="0"/>
          <a:chOff x="0" y="0"/>
          <a:chExt cx="0" cy="0"/>
        </a:xfrm>
      </p:grpSpPr>
      <p:sp>
        <p:nvSpPr>
          <p:cNvPr id="325" name="Google Shape;325;p99"/>
          <p:cNvSpPr txBox="1"/>
          <p:nvPr/>
        </p:nvSpPr>
        <p:spPr>
          <a:xfrm>
            <a:off x="3807556" y="2539470"/>
            <a:ext cx="4576895"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Arial"/>
              <a:buNone/>
            </a:pPr>
            <a:r>
              <a:rPr lang="es-CO" sz="6000" b="1" i="0" u="none" strike="noStrike" cap="none">
                <a:solidFill>
                  <a:srgbClr val="FFFFFF"/>
                </a:solidFill>
                <a:latin typeface="Work Sans"/>
                <a:ea typeface="Work Sans"/>
                <a:cs typeface="Work Sans"/>
                <a:sym typeface="Work Sans"/>
              </a:rPr>
              <a:t>OBJETIVOS</a:t>
            </a:r>
            <a:endParaRPr sz="1400" b="0" i="0" u="none" strike="noStrike" cap="none">
              <a:solidFill>
                <a:srgbClr val="000000"/>
              </a:solidFill>
              <a:latin typeface="Arial"/>
              <a:ea typeface="Arial"/>
              <a:cs typeface="Arial"/>
              <a:sym typeface="Arial"/>
            </a:endParaRPr>
          </a:p>
        </p:txBody>
      </p:sp>
      <p:cxnSp>
        <p:nvCxnSpPr>
          <p:cNvPr id="326" name="Google Shape;326;p99"/>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0"/>
        <p:cNvGrpSpPr/>
        <p:nvPr/>
      </p:nvGrpSpPr>
      <p:grpSpPr>
        <a:xfrm>
          <a:off x="0" y="0"/>
          <a:ext cx="0" cy="0"/>
          <a:chOff x="0" y="0"/>
          <a:chExt cx="0" cy="0"/>
        </a:xfrm>
      </p:grpSpPr>
      <p:sp>
        <p:nvSpPr>
          <p:cNvPr id="331" name="Google Shape;331;p16"/>
          <p:cNvSpPr txBox="1"/>
          <p:nvPr/>
        </p:nvSpPr>
        <p:spPr>
          <a:xfrm>
            <a:off x="1021609" y="1449060"/>
            <a:ext cx="413141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Objetivo General</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3600"/>
              <a:buFont typeface="Calibri"/>
              <a:buNone/>
            </a:pPr>
            <a:endParaRPr sz="3600" b="1" i="0" u="none" strike="noStrike" cap="none">
              <a:solidFill>
                <a:srgbClr val="38AA00"/>
              </a:solidFill>
              <a:latin typeface="Work Sans"/>
              <a:ea typeface="Work Sans"/>
              <a:cs typeface="Work Sans"/>
              <a:sym typeface="Work Sans"/>
            </a:endParaRPr>
          </a:p>
        </p:txBody>
      </p:sp>
      <p:sp>
        <p:nvSpPr>
          <p:cNvPr id="332" name="Google Shape;332;p16"/>
          <p:cNvSpPr txBox="1"/>
          <p:nvPr/>
        </p:nvSpPr>
        <p:spPr>
          <a:xfrm>
            <a:off x="1021609" y="2440285"/>
            <a:ext cx="10053828" cy="1427955"/>
          </a:xfrm>
          <a:prstGeom prst="rect">
            <a:avLst/>
          </a:prstGeom>
          <a:noFill/>
          <a:ln>
            <a:noFill/>
          </a:ln>
        </p:spPr>
        <p:txBody>
          <a:bodyPr spcFirstLastPara="1" wrap="square" lIns="91425" tIns="45700" rIns="91425" bIns="45700" anchor="t" anchorCtr="0">
            <a:spAutoFit/>
          </a:bodyPr>
          <a:lstStyle/>
          <a:p>
            <a:pPr marL="0" marR="0" lvl="0" indent="534988" algn="just" rtl="0">
              <a:lnSpc>
                <a:spcPct val="150000"/>
              </a:lnSpc>
              <a:spcBef>
                <a:spcPts val="0"/>
              </a:spcBef>
              <a:spcAft>
                <a:spcPts val="0"/>
              </a:spcAft>
              <a:buClr>
                <a:srgbClr val="000000"/>
              </a:buClr>
              <a:buSzPts val="2000"/>
              <a:buFont typeface="Arial"/>
              <a:buNone/>
            </a:pPr>
            <a:r>
              <a:rPr lang="es-CO" sz="2000" b="0" i="0" u="none" strike="noStrike" cap="none" dirty="0">
                <a:solidFill>
                  <a:srgbClr val="000000"/>
                </a:solidFill>
                <a:latin typeface="Times New Roman"/>
                <a:ea typeface="Times New Roman"/>
                <a:cs typeface="Times New Roman"/>
                <a:sym typeface="Times New Roman"/>
              </a:rPr>
              <a:t>Desarrollar un aplicativo web para la gestión y comercialización de bicicletas y repuestos, que permita administrar clientes, inventario, ventas y empleados mediante procesos automatizados y centralizados.</a:t>
            </a:r>
            <a:endParaRPr sz="2000" b="0" i="0" u="none" strike="noStrike" cap="none" dirty="0">
              <a:solidFill>
                <a:schemeClr val="dk1"/>
              </a:solidFill>
              <a:latin typeface="Arial"/>
              <a:ea typeface="Arial"/>
              <a:cs typeface="Arial"/>
              <a:sym typeface="Arial"/>
            </a:endParaRPr>
          </a:p>
        </p:txBody>
      </p:sp>
      <p:cxnSp>
        <p:nvCxnSpPr>
          <p:cNvPr id="333" name="Google Shape;333;p16"/>
          <p:cNvCxnSpPr/>
          <p:nvPr/>
        </p:nvCxnSpPr>
        <p:spPr>
          <a:xfrm>
            <a:off x="1126707" y="2102687"/>
            <a:ext cx="1425934" cy="0"/>
          </a:xfrm>
          <a:prstGeom prst="straightConnector1">
            <a:avLst/>
          </a:prstGeom>
          <a:noFill/>
          <a:ln w="12700" cap="flat" cmpd="sng">
            <a:solidFill>
              <a:srgbClr val="4D4D4C"/>
            </a:solidFill>
            <a:prstDash val="solid"/>
            <a:miter lim="0"/>
            <a:headEnd type="none" w="sm" len="sm"/>
            <a:tailEnd type="none" w="sm" len="sm"/>
          </a:ln>
        </p:spPr>
      </p:cxnSp>
      <p:pic>
        <p:nvPicPr>
          <p:cNvPr id="334" name="Google Shape;334;p16"/>
          <p:cNvPicPr preferRelativeResize="0"/>
          <p:nvPr/>
        </p:nvPicPr>
        <p:blipFill rotWithShape="1">
          <a:blip r:embed="rId4">
            <a:alphaModFix/>
          </a:blip>
          <a:srcRect t="23604" b="24423"/>
          <a:stretch/>
        </p:blipFill>
        <p:spPr>
          <a:xfrm>
            <a:off x="2328118" y="4182868"/>
            <a:ext cx="4159769" cy="2161948"/>
          </a:xfrm>
          <a:prstGeom prst="rect">
            <a:avLst/>
          </a:prstGeom>
          <a:noFill/>
          <a:ln>
            <a:noFill/>
          </a:ln>
        </p:spPr>
      </p:pic>
      <p:pic>
        <p:nvPicPr>
          <p:cNvPr id="335" name="Google Shape;335;p16" descr="Imagen de Story Pin"/>
          <p:cNvPicPr preferRelativeResize="0"/>
          <p:nvPr/>
        </p:nvPicPr>
        <p:blipFill rotWithShape="1">
          <a:blip r:embed="rId5">
            <a:alphaModFix/>
          </a:blip>
          <a:srcRect/>
          <a:stretch/>
        </p:blipFill>
        <p:spPr>
          <a:xfrm>
            <a:off x="6657393" y="4182868"/>
            <a:ext cx="1928325" cy="1928325"/>
          </a:xfrm>
          <a:prstGeom prst="rect">
            <a:avLst/>
          </a:prstGeom>
          <a:noFill/>
          <a:ln>
            <a:noFill/>
          </a:ln>
        </p:spPr>
      </p:pic>
      <p:pic>
        <p:nvPicPr>
          <p:cNvPr id="7" name="Google Shape;262;p2">
            <a:extLst>
              <a:ext uri="{FF2B5EF4-FFF2-40B4-BE49-F238E27FC236}">
                <a16:creationId xmlns:a16="http://schemas.microsoft.com/office/drawing/2014/main" id="{18CE6606-5DA1-4488-ACCB-D1BBFABE8A32}"/>
              </a:ext>
            </a:extLst>
          </p:cNvPr>
          <p:cNvPicPr preferRelativeResize="0"/>
          <p:nvPr/>
        </p:nvPicPr>
        <p:blipFill rotWithShape="1">
          <a:blip r:embed="rId6">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17"/>
          <p:cNvSpPr txBox="1"/>
          <p:nvPr/>
        </p:nvSpPr>
        <p:spPr>
          <a:xfrm>
            <a:off x="910771" y="816485"/>
            <a:ext cx="567100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Objetivos Específicos</a:t>
            </a:r>
            <a:endParaRPr sz="1400" b="0" i="0" u="none" strike="noStrike" cap="none">
              <a:solidFill>
                <a:srgbClr val="000000"/>
              </a:solidFill>
              <a:latin typeface="Arial"/>
              <a:ea typeface="Arial"/>
              <a:cs typeface="Arial"/>
              <a:sym typeface="Arial"/>
            </a:endParaRPr>
          </a:p>
        </p:txBody>
      </p:sp>
      <p:cxnSp>
        <p:nvCxnSpPr>
          <p:cNvPr id="341" name="Google Shape;341;p17"/>
          <p:cNvCxnSpPr/>
          <p:nvPr/>
        </p:nvCxnSpPr>
        <p:spPr>
          <a:xfrm>
            <a:off x="1021609" y="1452563"/>
            <a:ext cx="1425934" cy="0"/>
          </a:xfrm>
          <a:prstGeom prst="straightConnector1">
            <a:avLst/>
          </a:prstGeom>
          <a:noFill/>
          <a:ln w="12700" cap="flat" cmpd="sng">
            <a:solidFill>
              <a:srgbClr val="4D4D4C"/>
            </a:solidFill>
            <a:prstDash val="solid"/>
            <a:miter lim="0"/>
            <a:headEnd type="none" w="sm" len="sm"/>
            <a:tailEnd type="none" w="sm" len="sm"/>
          </a:ln>
        </p:spPr>
      </p:cxnSp>
      <p:sp>
        <p:nvSpPr>
          <p:cNvPr id="342" name="Google Shape;342;p17"/>
          <p:cNvSpPr txBox="1"/>
          <p:nvPr/>
        </p:nvSpPr>
        <p:spPr>
          <a:xfrm>
            <a:off x="1021596" y="1572636"/>
            <a:ext cx="8981400" cy="4925400"/>
          </a:xfrm>
          <a:prstGeom prst="rect">
            <a:avLst/>
          </a:prstGeom>
          <a:noFill/>
          <a:ln>
            <a:noFill/>
          </a:ln>
        </p:spPr>
        <p:txBody>
          <a:bodyPr spcFirstLastPara="1" wrap="square" lIns="91425" tIns="45700" rIns="91425" bIns="45700" anchor="t" anchorCtr="0">
            <a:spAutoFit/>
          </a:bodyPr>
          <a:lstStyle/>
          <a:p>
            <a:pPr marL="177800" marR="0" lvl="3" indent="-177800" algn="just" rtl="0">
              <a:lnSpc>
                <a:spcPct val="200000"/>
              </a:lnSpc>
              <a:spcBef>
                <a:spcPts val="0"/>
              </a:spcBef>
              <a:spcAft>
                <a:spcPts val="0"/>
              </a:spcAft>
              <a:buClr>
                <a:schemeClr val="dk1"/>
              </a:buClr>
              <a:buSzPts val="1400"/>
              <a:buFont typeface="Arial"/>
              <a:buAutoNum type="arabicPeriod"/>
            </a:pPr>
            <a:r>
              <a:rPr lang="es-CO" sz="1400" b="0" i="0" u="none" strike="noStrike" cap="none">
                <a:solidFill>
                  <a:schemeClr val="dk1"/>
                </a:solidFill>
                <a:latin typeface="Times New Roman"/>
                <a:ea typeface="Times New Roman"/>
                <a:cs typeface="Times New Roman"/>
                <a:sym typeface="Times New Roman"/>
              </a:rPr>
              <a:t>Diseñar e implementar un módulo de gestión de productos que permita crear, consultar, actualizar y eliminar los productos.</a:t>
            </a:r>
            <a:endParaRPr sz="1400" b="0" i="0" u="none" strike="noStrike" cap="none">
              <a:solidFill>
                <a:schemeClr val="dk1"/>
              </a:solidFill>
              <a:latin typeface="Arial"/>
              <a:ea typeface="Arial"/>
              <a:cs typeface="Arial"/>
              <a:sym typeface="Arial"/>
            </a:endParaRPr>
          </a:p>
          <a:p>
            <a:pPr marL="177800" marR="0" lvl="3" indent="-177800" algn="just" rtl="0">
              <a:lnSpc>
                <a:spcPct val="200000"/>
              </a:lnSpc>
              <a:spcBef>
                <a:spcPts val="0"/>
              </a:spcBef>
              <a:spcAft>
                <a:spcPts val="0"/>
              </a:spcAft>
              <a:buClr>
                <a:schemeClr val="dk1"/>
              </a:buClr>
              <a:buSzPts val="1400"/>
              <a:buFont typeface="Arial"/>
              <a:buAutoNum type="arabicPeriod"/>
            </a:pPr>
            <a:r>
              <a:rPr lang="es-CO" sz="1400" b="0" i="0" u="none" strike="noStrike" cap="none">
                <a:solidFill>
                  <a:schemeClr val="dk1"/>
                </a:solidFill>
                <a:latin typeface="Times New Roman"/>
                <a:ea typeface="Times New Roman"/>
                <a:cs typeface="Times New Roman"/>
                <a:sym typeface="Times New Roman"/>
              </a:rPr>
              <a:t> Desarrollar un módulo de registro y autenticación de usuarios con control de acceso según roles.</a:t>
            </a:r>
            <a:endParaRPr sz="1400" b="0" i="0" u="none" strike="noStrike" cap="none">
              <a:solidFill>
                <a:schemeClr val="dk1"/>
              </a:solidFill>
              <a:latin typeface="Arial"/>
              <a:ea typeface="Arial"/>
              <a:cs typeface="Arial"/>
              <a:sym typeface="Arial"/>
            </a:endParaRPr>
          </a:p>
          <a:p>
            <a:pPr marL="177800" marR="0" lvl="3" indent="-177800" algn="just" rtl="0">
              <a:lnSpc>
                <a:spcPct val="200000"/>
              </a:lnSpc>
              <a:spcBef>
                <a:spcPts val="0"/>
              </a:spcBef>
              <a:spcAft>
                <a:spcPts val="0"/>
              </a:spcAft>
              <a:buClr>
                <a:schemeClr val="dk1"/>
              </a:buClr>
              <a:buSzPts val="1400"/>
              <a:buFont typeface="Arial"/>
              <a:buAutoNum type="arabicPeriod"/>
            </a:pPr>
            <a:r>
              <a:rPr lang="es-CO" sz="1400" b="0" i="0" u="none" strike="noStrike" cap="none">
                <a:solidFill>
                  <a:schemeClr val="dk1"/>
                </a:solidFill>
                <a:latin typeface="Times New Roman"/>
                <a:ea typeface="Times New Roman"/>
                <a:cs typeface="Times New Roman"/>
                <a:sym typeface="Times New Roman"/>
              </a:rPr>
              <a:t>  Implementar un sistema de gestión de clientes que almacene y organice la información de manera estructurada en base de datos.</a:t>
            </a:r>
            <a:endParaRPr sz="1400" b="0" i="0" u="none" strike="noStrike" cap="none">
              <a:solidFill>
                <a:schemeClr val="dk1"/>
              </a:solidFill>
              <a:latin typeface="Arial"/>
              <a:ea typeface="Arial"/>
              <a:cs typeface="Arial"/>
              <a:sym typeface="Arial"/>
            </a:endParaRPr>
          </a:p>
          <a:p>
            <a:pPr marL="177800" marR="0" lvl="3" indent="-177800" algn="just" rtl="0">
              <a:lnSpc>
                <a:spcPct val="200000"/>
              </a:lnSpc>
              <a:spcBef>
                <a:spcPts val="0"/>
              </a:spcBef>
              <a:spcAft>
                <a:spcPts val="0"/>
              </a:spcAft>
              <a:buClr>
                <a:schemeClr val="dk1"/>
              </a:buClr>
              <a:buSzPts val="1400"/>
              <a:buFont typeface="Arial"/>
              <a:buAutoNum type="arabicPeriod"/>
            </a:pPr>
            <a:r>
              <a:rPr lang="es-CO" sz="1400" b="0" i="0" u="none" strike="noStrike" cap="none">
                <a:solidFill>
                  <a:schemeClr val="dk1"/>
                </a:solidFill>
                <a:latin typeface="Times New Roman"/>
                <a:ea typeface="Times New Roman"/>
                <a:cs typeface="Times New Roman"/>
                <a:sym typeface="Times New Roman"/>
              </a:rPr>
              <a:t>Automatizar el proceso de registro y gestión de ventas mediante la generación de órdenes de salida y la actualización automática del inventario, con el fin de optimizar las operaciones comerciales de la Bicicletería S.A.</a:t>
            </a:r>
            <a:endParaRPr sz="1400" b="0" i="0" u="none" strike="noStrike" cap="none">
              <a:solidFill>
                <a:schemeClr val="dk1"/>
              </a:solidFill>
              <a:latin typeface="Times New Roman"/>
              <a:ea typeface="Times New Roman"/>
              <a:cs typeface="Times New Roman"/>
              <a:sym typeface="Times New Roman"/>
            </a:endParaRPr>
          </a:p>
          <a:p>
            <a:pPr marL="177800" marR="0" lvl="3" indent="-177800" algn="just" rtl="0">
              <a:lnSpc>
                <a:spcPct val="200000"/>
              </a:lnSpc>
              <a:spcBef>
                <a:spcPts val="1200"/>
              </a:spcBef>
              <a:spcAft>
                <a:spcPts val="0"/>
              </a:spcAft>
              <a:buClr>
                <a:schemeClr val="dk1"/>
              </a:buClr>
              <a:buSzPts val="1400"/>
              <a:buFont typeface="Times New Roman"/>
              <a:buAutoNum type="arabicPeriod"/>
            </a:pPr>
            <a:r>
              <a:rPr lang="es-CO" sz="1400" b="0" i="0" u="none" strike="noStrike" cap="none">
                <a:solidFill>
                  <a:schemeClr val="dk1"/>
                </a:solidFill>
                <a:latin typeface="Times New Roman"/>
                <a:ea typeface="Times New Roman"/>
                <a:cs typeface="Times New Roman"/>
                <a:sym typeface="Times New Roman"/>
              </a:rPr>
              <a:t>Implementar un módulo de gestión de empleados que permita registrar, consultar y administrar la información del personal, así como controlar las horas trabajadas y el cálculo de sus pagos.</a:t>
            </a:r>
            <a:endParaRPr sz="1400" b="0" i="0" u="none" strike="noStrike" cap="none">
              <a:solidFill>
                <a:schemeClr val="dk1"/>
              </a:solidFill>
              <a:latin typeface="Times New Roman"/>
              <a:ea typeface="Times New Roman"/>
              <a:cs typeface="Times New Roman"/>
              <a:sym typeface="Times New Roman"/>
            </a:endParaRPr>
          </a:p>
          <a:p>
            <a:pPr marL="177800" marR="0" lvl="3" indent="-177800" algn="just" rtl="0">
              <a:lnSpc>
                <a:spcPct val="200000"/>
              </a:lnSpc>
              <a:spcBef>
                <a:spcPts val="1200"/>
              </a:spcBef>
              <a:spcAft>
                <a:spcPts val="1200"/>
              </a:spcAft>
              <a:buClr>
                <a:schemeClr val="dk1"/>
              </a:buClr>
              <a:buSzPts val="1400"/>
              <a:buFont typeface="Times New Roman"/>
              <a:buAutoNum type="arabicPeriod"/>
            </a:pPr>
            <a:r>
              <a:rPr lang="es-CO" sz="1400" b="0" i="0" u="none" strike="noStrike" cap="none">
                <a:solidFill>
                  <a:schemeClr val="dk1"/>
                </a:solidFill>
                <a:latin typeface="Times New Roman"/>
                <a:ea typeface="Times New Roman"/>
                <a:cs typeface="Times New Roman"/>
                <a:sym typeface="Times New Roman"/>
              </a:rPr>
              <a:t>Integrar diferentes métodos de pago en el módulo de ventas para facilitar el registro y seguimiento de las transacciones comerciales realizadas en la Bicicletería S.A.</a:t>
            </a:r>
            <a:endParaRPr sz="1400" b="0" i="0" u="none" strike="noStrike" cap="none">
              <a:solidFill>
                <a:srgbClr val="000000"/>
              </a:solidFill>
              <a:latin typeface="Times New Roman"/>
              <a:ea typeface="Times New Roman"/>
              <a:cs typeface="Times New Roman"/>
              <a:sym typeface="Times New Roman"/>
            </a:endParaRPr>
          </a:p>
        </p:txBody>
      </p:sp>
      <p:pic>
        <p:nvPicPr>
          <p:cNvPr id="343" name="Google Shape;343;p17"/>
          <p:cNvPicPr preferRelativeResize="0"/>
          <p:nvPr/>
        </p:nvPicPr>
        <p:blipFill rotWithShape="1">
          <a:blip r:embed="rId3">
            <a:alphaModFix/>
          </a:blip>
          <a:srcRect/>
          <a:stretch/>
        </p:blipFill>
        <p:spPr>
          <a:xfrm>
            <a:off x="10265079" y="4907107"/>
            <a:ext cx="1590921" cy="159092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1"/>
        <p:cNvGrpSpPr/>
        <p:nvPr/>
      </p:nvGrpSpPr>
      <p:grpSpPr>
        <a:xfrm>
          <a:off x="0" y="0"/>
          <a:ext cx="0" cy="0"/>
          <a:chOff x="0" y="0"/>
          <a:chExt cx="0" cy="0"/>
        </a:xfrm>
      </p:grpSpPr>
      <p:sp>
        <p:nvSpPr>
          <p:cNvPr id="282" name="Google Shape;282;p96"/>
          <p:cNvSpPr txBox="1"/>
          <p:nvPr/>
        </p:nvSpPr>
        <p:spPr>
          <a:xfrm>
            <a:off x="242198" y="2631803"/>
            <a:ext cx="11790407" cy="923289"/>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5400"/>
              <a:buFont typeface="Arial"/>
              <a:buNone/>
              <a:tabLst/>
              <a:defRPr/>
            </a:pPr>
            <a:r>
              <a:rPr lang="es-MX" sz="5400" b="1" dirty="0">
                <a:solidFill>
                  <a:srgbClr val="FFFFFF"/>
                </a:solidFill>
                <a:latin typeface="Work Sans"/>
                <a:sym typeface="Work Sans"/>
              </a:rPr>
              <a:t>ESTADO DEL ARTE</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283" name="Google Shape;283;p96"/>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extLst>
      <p:ext uri="{BB962C8B-B14F-4D97-AF65-F5344CB8AC3E}">
        <p14:creationId xmlns:p14="http://schemas.microsoft.com/office/powerpoint/2010/main" val="3451744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0"/>
        <p:cNvGrpSpPr/>
        <p:nvPr/>
      </p:nvGrpSpPr>
      <p:grpSpPr>
        <a:xfrm>
          <a:off x="0" y="0"/>
          <a:ext cx="0" cy="0"/>
          <a:chOff x="0" y="0"/>
          <a:chExt cx="0" cy="0"/>
        </a:xfrm>
      </p:grpSpPr>
      <p:sp>
        <p:nvSpPr>
          <p:cNvPr id="331" name="Google Shape;331;p16"/>
          <p:cNvSpPr txBox="1"/>
          <p:nvPr/>
        </p:nvSpPr>
        <p:spPr>
          <a:xfrm>
            <a:off x="495396" y="362132"/>
            <a:ext cx="5870897" cy="676598"/>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90000"/>
              </a:lnSpc>
              <a:spcBef>
                <a:spcPts val="0"/>
              </a:spcBef>
              <a:spcAft>
                <a:spcPts val="0"/>
              </a:spcAft>
              <a:buClr>
                <a:srgbClr val="000000"/>
              </a:buClr>
              <a:buSzPts val="3600"/>
              <a:buFont typeface="Calibri"/>
              <a:buNone/>
              <a:tabLst/>
              <a:defRPr/>
            </a:pPr>
            <a:r>
              <a:rPr kumimoji="0" lang="es-MX" sz="3600" b="1" i="0" u="none" strike="noStrike" kern="0" cap="none" spc="0" normalizeH="0" baseline="0" noProof="0" dirty="0">
                <a:ln>
                  <a:noFill/>
                </a:ln>
                <a:solidFill>
                  <a:srgbClr val="38AA00"/>
                </a:solidFill>
                <a:effectLst/>
                <a:uLnTx/>
                <a:uFillTx/>
                <a:latin typeface="Work Sans"/>
                <a:ea typeface="Work Sans"/>
                <a:cs typeface="Work Sans"/>
                <a:sym typeface="Work Sans"/>
              </a:rPr>
              <a:t>Antecedentes -</a:t>
            </a:r>
            <a:r>
              <a:rPr kumimoji="0" lang="es-MX" sz="4000" b="1" i="0" u="none" strike="noStrike" kern="0" cap="none" spc="0" normalizeH="0" baseline="0" noProof="0" dirty="0">
                <a:ln>
                  <a:noFill/>
                </a:ln>
                <a:solidFill>
                  <a:srgbClr val="38AA00"/>
                </a:solidFill>
                <a:effectLst/>
                <a:uLnTx/>
                <a:uFillTx/>
                <a:latin typeface="Work Sans"/>
                <a:ea typeface="Work Sans"/>
                <a:cs typeface="Work Sans"/>
                <a:sym typeface="Work Sans"/>
              </a:rPr>
              <a:t> </a:t>
            </a:r>
            <a:r>
              <a:rPr kumimoji="0" lang="es-MX" sz="3200" i="0" u="none" strike="noStrike" kern="0" cap="none" spc="0" normalizeH="0" baseline="0" noProof="0" dirty="0">
                <a:ln>
                  <a:noFill/>
                </a:ln>
                <a:solidFill>
                  <a:srgbClr val="38AA00"/>
                </a:solidFill>
                <a:effectLst/>
                <a:uLnTx/>
                <a:uFillTx/>
                <a:latin typeface="Work Sans"/>
                <a:ea typeface="Work Sans"/>
                <a:cs typeface="Work Sans"/>
                <a:sym typeface="Work Sans"/>
              </a:rPr>
              <a:t>GW BIKES</a:t>
            </a:r>
            <a:endParaRPr kumimoji="0" sz="4000" i="0" u="none" strike="noStrike" kern="0" cap="none" spc="0" normalizeH="0" baseline="0" noProof="0" dirty="0">
              <a:ln>
                <a:noFill/>
              </a:ln>
              <a:solidFill>
                <a:srgbClr val="38AA00"/>
              </a:solidFill>
              <a:effectLst/>
              <a:uLnTx/>
              <a:uFillTx/>
              <a:latin typeface="Work Sans"/>
              <a:ea typeface="Work Sans"/>
              <a:cs typeface="Work Sans"/>
              <a:sym typeface="Work Sans"/>
            </a:endParaRPr>
          </a:p>
        </p:txBody>
      </p:sp>
      <p:sp>
        <p:nvSpPr>
          <p:cNvPr id="332" name="Google Shape;332;p16"/>
          <p:cNvSpPr txBox="1"/>
          <p:nvPr/>
        </p:nvSpPr>
        <p:spPr>
          <a:xfrm>
            <a:off x="495396" y="906524"/>
            <a:ext cx="10053828" cy="3816389"/>
          </a:xfrm>
          <a:prstGeom prst="rect">
            <a:avLst/>
          </a:prstGeom>
          <a:noFill/>
          <a:ln>
            <a:noFill/>
          </a:ln>
        </p:spPr>
        <p:txBody>
          <a:bodyPr spcFirstLastPara="1" wrap="square" lIns="91425" tIns="45700" rIns="91425" bIns="45700" anchor="t" anchorCtr="0">
            <a:spAutoFit/>
          </a:bodyPr>
          <a:lstStyle/>
          <a:p>
            <a:pPr marR="74295" indent="449263" algn="just" rtl="0">
              <a:spcBef>
                <a:spcPts val="1200"/>
              </a:spcBef>
              <a:spcAft>
                <a:spcPts val="1200"/>
              </a:spcAft>
            </a:pPr>
            <a:r>
              <a:rPr lang="es-MX" sz="1800" b="1" i="0" u="none" strike="noStrike" dirty="0">
                <a:solidFill>
                  <a:srgbClr val="000000"/>
                </a:solidFill>
                <a:effectLst/>
                <a:latin typeface="Times New Roman" panose="02020603050405020304" pitchFamily="18" charset="0"/>
                <a:cs typeface="Times New Roman" panose="02020603050405020304" pitchFamily="18" charset="0"/>
              </a:rPr>
              <a:t>DESCRIPCIÓN: </a:t>
            </a:r>
            <a:r>
              <a:rPr lang="es-MX" sz="1800" b="0" i="0" u="none" strike="noStrike" dirty="0">
                <a:solidFill>
                  <a:srgbClr val="000000"/>
                </a:solidFill>
                <a:effectLst/>
                <a:latin typeface="Times New Roman" panose="02020603050405020304" pitchFamily="18" charset="0"/>
                <a:cs typeface="Times New Roman" panose="02020603050405020304" pitchFamily="18" charset="0"/>
              </a:rPr>
              <a:t>GW </a:t>
            </a:r>
            <a:r>
              <a:rPr lang="es-MX" sz="1800" b="0" i="0" u="none" strike="noStrike" dirty="0" err="1">
                <a:solidFill>
                  <a:srgbClr val="000000"/>
                </a:solidFill>
                <a:effectLst/>
                <a:latin typeface="Times New Roman" panose="02020603050405020304" pitchFamily="18" charset="0"/>
                <a:cs typeface="Times New Roman" panose="02020603050405020304" pitchFamily="18" charset="0"/>
              </a:rPr>
              <a:t>Bikes</a:t>
            </a:r>
            <a:r>
              <a:rPr lang="es-MX" sz="1800" b="0" i="0" u="none" strike="noStrike" dirty="0">
                <a:solidFill>
                  <a:srgbClr val="000000"/>
                </a:solidFill>
                <a:effectLst/>
                <a:latin typeface="Times New Roman" panose="02020603050405020304" pitchFamily="18" charset="0"/>
                <a:cs typeface="Times New Roman" panose="02020603050405020304" pitchFamily="18" charset="0"/>
              </a:rPr>
              <a:t> es una de las empresas más reconocidas en Colombia en la venta de bicicletas y accesorios deportivos. Su página web permite visualizar catálogos de productos, precios y características de bicicletas de montaña, ruta y urbanas. Además, cuenta con información de distribuidores y promociones.</a:t>
            </a:r>
            <a:r>
              <a:rPr lang="es-MX" sz="1800" b="1" i="0" u="none" strike="noStrike" dirty="0">
                <a:solidFill>
                  <a:srgbClr val="000000"/>
                </a:solidFill>
                <a:effectLst/>
                <a:latin typeface="Times New Roman" panose="02020603050405020304" pitchFamily="18" charset="0"/>
                <a:cs typeface="Times New Roman" panose="02020603050405020304" pitchFamily="18" charset="0"/>
              </a:rPr>
              <a:t> </a:t>
            </a:r>
            <a:endParaRPr lang="es-MX" sz="1800" b="0" dirty="0">
              <a:effectLst/>
              <a:latin typeface="Times New Roman" panose="02020603050405020304" pitchFamily="18" charset="0"/>
              <a:cs typeface="Times New Roman" panose="02020603050405020304" pitchFamily="18" charset="0"/>
            </a:endParaRPr>
          </a:p>
          <a:p>
            <a:pPr marR="74295" indent="449263" algn="just" rtl="0">
              <a:spcBef>
                <a:spcPts val="1200"/>
              </a:spcBef>
              <a:spcAft>
                <a:spcPts val="1200"/>
              </a:spcAft>
            </a:pPr>
            <a:r>
              <a:rPr lang="es-MX" sz="1800" b="1" i="0" u="none" strike="noStrike" dirty="0">
                <a:solidFill>
                  <a:srgbClr val="000000"/>
                </a:solidFill>
                <a:effectLst/>
                <a:latin typeface="Times New Roman" panose="02020603050405020304" pitchFamily="18" charset="0"/>
                <a:cs typeface="Times New Roman" panose="02020603050405020304" pitchFamily="18" charset="0"/>
              </a:rPr>
              <a:t>MÓDULOS: </a:t>
            </a:r>
            <a:r>
              <a:rPr lang="es-MX" sz="1800" b="0" i="0" u="none" strike="noStrike" dirty="0">
                <a:solidFill>
                  <a:srgbClr val="000000"/>
                </a:solidFill>
                <a:effectLst/>
                <a:latin typeface="Times New Roman" panose="02020603050405020304" pitchFamily="18" charset="0"/>
                <a:cs typeface="Times New Roman" panose="02020603050405020304" pitchFamily="18" charset="0"/>
              </a:rPr>
              <a:t>Catálogo de productos, información técnica de bicicletas, visualización de precios, promociones y distribuidores. </a:t>
            </a:r>
            <a:endParaRPr lang="es-MX" sz="1800" b="0" dirty="0">
              <a:effectLst/>
              <a:latin typeface="Times New Roman" panose="02020603050405020304" pitchFamily="18" charset="0"/>
              <a:cs typeface="Times New Roman" panose="02020603050405020304" pitchFamily="18" charset="0"/>
            </a:endParaRPr>
          </a:p>
          <a:p>
            <a:pPr marR="74295" indent="449263" algn="just" rtl="0">
              <a:spcBef>
                <a:spcPts val="1200"/>
              </a:spcBef>
              <a:spcAft>
                <a:spcPts val="1200"/>
              </a:spcAft>
            </a:pPr>
            <a:r>
              <a:rPr lang="es-MX" sz="1800" b="1" i="0" u="none" strike="noStrike" dirty="0">
                <a:solidFill>
                  <a:srgbClr val="000000"/>
                </a:solidFill>
                <a:effectLst/>
                <a:latin typeface="Times New Roman" panose="02020603050405020304" pitchFamily="18" charset="0"/>
                <a:cs typeface="Times New Roman" panose="02020603050405020304" pitchFamily="18" charset="0"/>
              </a:rPr>
              <a:t>COMPARACIÓN: </a:t>
            </a:r>
            <a:r>
              <a:rPr lang="es-MX" sz="1800" b="0" i="0" u="none" strike="noStrike" dirty="0">
                <a:solidFill>
                  <a:srgbClr val="000000"/>
                </a:solidFill>
                <a:effectLst/>
                <a:latin typeface="Times New Roman" panose="02020603050405020304" pitchFamily="18" charset="0"/>
                <a:cs typeface="Times New Roman" panose="02020603050405020304" pitchFamily="18" charset="0"/>
              </a:rPr>
              <a:t>El aplicativo tiene limitaciones en la personalización de servicios para clientes frecuentes y no integra un sistema completo de seguimiento de mantenimientos y reparaciones. Por esta razón, el proyecto propuesto busca incluir módulos de historial de servicios y atención más personalizada</a:t>
            </a:r>
            <a:br>
              <a:rPr lang="es-MX" sz="2800" dirty="0"/>
            </a:br>
            <a:endParaRPr kumimoji="0" sz="20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333" name="Google Shape;333;p16"/>
          <p:cNvCxnSpPr/>
          <p:nvPr/>
        </p:nvCxnSpPr>
        <p:spPr>
          <a:xfrm>
            <a:off x="600495" y="1050264"/>
            <a:ext cx="1425934" cy="0"/>
          </a:xfrm>
          <a:prstGeom prst="straightConnector1">
            <a:avLst/>
          </a:prstGeom>
          <a:noFill/>
          <a:ln w="12700" cap="flat" cmpd="sng">
            <a:solidFill>
              <a:srgbClr val="4D4D4C"/>
            </a:solidFill>
            <a:prstDash val="solid"/>
            <a:miter lim="0"/>
            <a:headEnd type="none" w="sm" len="sm"/>
            <a:tailEnd type="none" w="sm" len="sm"/>
          </a:ln>
        </p:spPr>
      </p:cxnSp>
      <p:sp>
        <p:nvSpPr>
          <p:cNvPr id="5" name="Google Shape;331;p16">
            <a:extLst>
              <a:ext uri="{FF2B5EF4-FFF2-40B4-BE49-F238E27FC236}">
                <a16:creationId xmlns:a16="http://schemas.microsoft.com/office/drawing/2014/main" id="{32154A6E-71E3-4591-B28A-23F330769AB3}"/>
              </a:ext>
            </a:extLst>
          </p:cNvPr>
          <p:cNvSpPr txBox="1"/>
          <p:nvPr/>
        </p:nvSpPr>
        <p:spPr>
          <a:xfrm>
            <a:off x="495397" y="1050264"/>
            <a:ext cx="4131416" cy="676598"/>
          </a:xfrm>
          <a:prstGeom prst="rect">
            <a:avLst/>
          </a:prstGeom>
          <a:noFill/>
          <a:ln>
            <a:noFill/>
          </a:ln>
        </p:spPr>
        <p:txBody>
          <a:bodyPr spcFirstLastPara="1" wrap="square" lIns="91425" tIns="45700" rIns="91425" bIns="45700" anchor="t" anchorCtr="0">
            <a:noAutofit/>
          </a:bodyPr>
          <a:lstStyle/>
          <a:p>
            <a:pPr marL="0" marR="0" lvl="0" indent="0" defTabSz="914400" rtl="0" eaLnBrk="1" fontAlgn="auto" latinLnBrk="0" hangingPunct="1">
              <a:lnSpc>
                <a:spcPct val="90000"/>
              </a:lnSpc>
              <a:spcBef>
                <a:spcPts val="0"/>
              </a:spcBef>
              <a:spcAft>
                <a:spcPts val="0"/>
              </a:spcAft>
              <a:buClr>
                <a:srgbClr val="000000"/>
              </a:buClr>
              <a:buSzPts val="3600"/>
              <a:buFont typeface="Calibri"/>
              <a:buNone/>
              <a:tabLst/>
              <a:defRPr/>
            </a:pPr>
            <a:endParaRPr kumimoji="0" sz="3200" i="0" u="none" strike="noStrike" kern="0" cap="none" spc="0" normalizeH="0" baseline="0" noProof="0" dirty="0">
              <a:ln>
                <a:noFill/>
              </a:ln>
              <a:solidFill>
                <a:srgbClr val="38AA00"/>
              </a:solidFill>
              <a:effectLst/>
              <a:uLnTx/>
              <a:uFillTx/>
              <a:latin typeface="Work Sans"/>
              <a:ea typeface="Work Sans"/>
              <a:cs typeface="Work Sans"/>
              <a:sym typeface="Work Sans"/>
            </a:endParaRPr>
          </a:p>
        </p:txBody>
      </p:sp>
      <p:pic>
        <p:nvPicPr>
          <p:cNvPr id="3" name="Imagen 2">
            <a:extLst>
              <a:ext uri="{FF2B5EF4-FFF2-40B4-BE49-F238E27FC236}">
                <a16:creationId xmlns:a16="http://schemas.microsoft.com/office/drawing/2014/main" id="{4E814699-AB67-4D8B-9F84-CE331D8A416C}"/>
              </a:ext>
            </a:extLst>
          </p:cNvPr>
          <p:cNvPicPr>
            <a:picLocks noChangeAspect="1"/>
          </p:cNvPicPr>
          <p:nvPr/>
        </p:nvPicPr>
        <p:blipFill>
          <a:blip r:embed="rId4"/>
          <a:stretch>
            <a:fillRect/>
          </a:stretch>
        </p:blipFill>
        <p:spPr>
          <a:xfrm>
            <a:off x="3279370" y="4214005"/>
            <a:ext cx="5633259" cy="2523107"/>
          </a:xfrm>
          <a:prstGeom prst="rect">
            <a:avLst/>
          </a:prstGeom>
        </p:spPr>
      </p:pic>
      <p:pic>
        <p:nvPicPr>
          <p:cNvPr id="7" name="Google Shape;262;p2">
            <a:extLst>
              <a:ext uri="{FF2B5EF4-FFF2-40B4-BE49-F238E27FC236}">
                <a16:creationId xmlns:a16="http://schemas.microsoft.com/office/drawing/2014/main" id="{E689E88E-699E-43A7-8F12-0BC7CA566298}"/>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extLst>
      <p:ext uri="{BB962C8B-B14F-4D97-AF65-F5344CB8AC3E}">
        <p14:creationId xmlns:p14="http://schemas.microsoft.com/office/powerpoint/2010/main" val="1786844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0"/>
        <p:cNvGrpSpPr/>
        <p:nvPr/>
      </p:nvGrpSpPr>
      <p:grpSpPr>
        <a:xfrm>
          <a:off x="0" y="0"/>
          <a:ext cx="0" cy="0"/>
          <a:chOff x="0" y="0"/>
          <a:chExt cx="0" cy="0"/>
        </a:xfrm>
      </p:grpSpPr>
      <p:sp>
        <p:nvSpPr>
          <p:cNvPr id="331" name="Google Shape;331;p16"/>
          <p:cNvSpPr txBox="1"/>
          <p:nvPr/>
        </p:nvSpPr>
        <p:spPr>
          <a:xfrm>
            <a:off x="495396" y="362132"/>
            <a:ext cx="6440242" cy="676598"/>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90000"/>
              </a:lnSpc>
              <a:spcBef>
                <a:spcPts val="0"/>
              </a:spcBef>
              <a:spcAft>
                <a:spcPts val="0"/>
              </a:spcAft>
              <a:buClr>
                <a:srgbClr val="000000"/>
              </a:buClr>
              <a:buSzPts val="3600"/>
              <a:buFont typeface="Calibri"/>
              <a:buNone/>
              <a:tabLst/>
              <a:defRPr/>
            </a:pPr>
            <a:r>
              <a:rPr kumimoji="0" lang="es-MX" sz="3600" b="1" i="0" u="none" strike="noStrike" kern="0" cap="none" spc="0" normalizeH="0" baseline="0" noProof="0" dirty="0">
                <a:ln>
                  <a:noFill/>
                </a:ln>
                <a:solidFill>
                  <a:srgbClr val="38AA00"/>
                </a:solidFill>
                <a:effectLst/>
                <a:uLnTx/>
                <a:uFillTx/>
                <a:latin typeface="Work Sans"/>
                <a:ea typeface="Work Sans"/>
                <a:cs typeface="Work Sans"/>
                <a:sym typeface="Work Sans"/>
              </a:rPr>
              <a:t>Antecedentes –</a:t>
            </a:r>
            <a:r>
              <a:rPr kumimoji="0" lang="es-MX" sz="4000" b="1" i="0" u="none" strike="noStrike" kern="0" cap="none" spc="0" normalizeH="0" baseline="0" noProof="0" dirty="0">
                <a:ln>
                  <a:noFill/>
                </a:ln>
                <a:solidFill>
                  <a:srgbClr val="38AA00"/>
                </a:solidFill>
                <a:effectLst/>
                <a:uLnTx/>
                <a:uFillTx/>
                <a:latin typeface="Work Sans"/>
                <a:ea typeface="Work Sans"/>
                <a:cs typeface="Work Sans"/>
                <a:sym typeface="Work Sans"/>
              </a:rPr>
              <a:t> </a:t>
            </a:r>
            <a:r>
              <a:rPr lang="es-MX" sz="3200" dirty="0">
                <a:solidFill>
                  <a:srgbClr val="38AA00"/>
                </a:solidFill>
                <a:latin typeface="Work Sans"/>
                <a:ea typeface="Work Sans"/>
                <a:cs typeface="Work Sans"/>
                <a:sym typeface="Work Sans"/>
              </a:rPr>
              <a:t>BIKE HOUSE</a:t>
            </a:r>
            <a:endParaRPr kumimoji="0" sz="4000" b="0" i="0" u="none" strike="noStrike" kern="0" cap="none" spc="0" normalizeH="0" baseline="0" noProof="0" dirty="0">
              <a:ln>
                <a:noFill/>
              </a:ln>
              <a:solidFill>
                <a:srgbClr val="38AA00"/>
              </a:solidFill>
              <a:effectLst/>
              <a:uLnTx/>
              <a:uFillTx/>
              <a:latin typeface="Work Sans"/>
              <a:ea typeface="Work Sans"/>
              <a:cs typeface="Work Sans"/>
              <a:sym typeface="Work Sans"/>
            </a:endParaRPr>
          </a:p>
        </p:txBody>
      </p:sp>
      <p:sp>
        <p:nvSpPr>
          <p:cNvPr id="332" name="Google Shape;332;p16"/>
          <p:cNvSpPr txBox="1"/>
          <p:nvPr/>
        </p:nvSpPr>
        <p:spPr>
          <a:xfrm>
            <a:off x="495396" y="906524"/>
            <a:ext cx="10053828" cy="4062610"/>
          </a:xfrm>
          <a:prstGeom prst="rect">
            <a:avLst/>
          </a:prstGeom>
          <a:noFill/>
          <a:ln>
            <a:noFill/>
          </a:ln>
        </p:spPr>
        <p:txBody>
          <a:bodyPr spcFirstLastPara="1" wrap="square" lIns="91425" tIns="45700" rIns="91425" bIns="45700" anchor="t" anchorCtr="0">
            <a:spAutoFit/>
          </a:bodyPr>
          <a:lstStyle/>
          <a:p>
            <a:pPr marR="74295" indent="449263" algn="just" rtl="0">
              <a:spcBef>
                <a:spcPts val="1200"/>
              </a:spcBef>
              <a:spcAft>
                <a:spcPts val="1200"/>
              </a:spcAft>
            </a:pPr>
            <a:r>
              <a:rPr lang="es-MX" sz="1800" b="1" i="0" u="none" strike="noStrike" dirty="0">
                <a:solidFill>
                  <a:srgbClr val="000000"/>
                </a:solidFill>
                <a:effectLst/>
                <a:latin typeface="Times New Roman" panose="02020603050405020304" pitchFamily="18" charset="0"/>
                <a:cs typeface="Times New Roman" panose="02020603050405020304" pitchFamily="18" charset="0"/>
              </a:rPr>
              <a:t>DESCRIPCIÓN: </a:t>
            </a:r>
            <a:r>
              <a:rPr lang="es-MX" sz="1800" b="0" i="0" u="none" strike="noStrike" dirty="0" err="1">
                <a:solidFill>
                  <a:srgbClr val="000000"/>
                </a:solidFill>
                <a:effectLst/>
                <a:latin typeface="Times New Roman" panose="02020603050405020304" pitchFamily="18" charset="0"/>
                <a:cs typeface="Times New Roman" panose="02020603050405020304" pitchFamily="18" charset="0"/>
              </a:rPr>
              <a:t>Bike</a:t>
            </a:r>
            <a:r>
              <a:rPr lang="es-MX" sz="1800" b="0" i="0" u="none" strike="noStrike" dirty="0">
                <a:solidFill>
                  <a:srgbClr val="000000"/>
                </a:solidFill>
                <a:effectLst/>
                <a:latin typeface="Times New Roman" panose="02020603050405020304" pitchFamily="18" charset="0"/>
                <a:cs typeface="Times New Roman" panose="02020603050405020304" pitchFamily="18" charset="0"/>
              </a:rPr>
              <a:t> House es una plataforma dedicada a la comercialización de bicicletas, repuestos y accesorios de ciclismo. El sistema ofrece compras en línea, información técnica de productos y ubicación de tiendas físicas en Colombia.  </a:t>
            </a:r>
            <a:endParaRPr lang="es-MX" sz="2400" b="0" dirty="0">
              <a:effectLst/>
              <a:latin typeface="Times New Roman" panose="02020603050405020304" pitchFamily="18" charset="0"/>
              <a:cs typeface="Times New Roman" panose="02020603050405020304" pitchFamily="18" charset="0"/>
            </a:endParaRPr>
          </a:p>
          <a:p>
            <a:pPr marR="74295" indent="449263" algn="just" rtl="0">
              <a:spcBef>
                <a:spcPts val="1200"/>
              </a:spcBef>
              <a:spcAft>
                <a:spcPts val="1200"/>
              </a:spcAft>
            </a:pPr>
            <a:r>
              <a:rPr lang="es-MX" sz="1800" b="1" i="0" u="none" strike="noStrike" dirty="0">
                <a:solidFill>
                  <a:srgbClr val="000000"/>
                </a:solidFill>
                <a:effectLst/>
                <a:latin typeface="Times New Roman" panose="02020603050405020304" pitchFamily="18" charset="0"/>
                <a:cs typeface="Times New Roman" panose="02020603050405020304" pitchFamily="18" charset="0"/>
              </a:rPr>
              <a:t>MÓDULOS: </a:t>
            </a:r>
            <a:r>
              <a:rPr lang="es-MX" sz="1800" b="0" i="0" u="none" strike="noStrike" dirty="0">
                <a:solidFill>
                  <a:srgbClr val="000000"/>
                </a:solidFill>
                <a:effectLst/>
                <a:latin typeface="Times New Roman" panose="02020603050405020304" pitchFamily="18" charset="0"/>
                <a:cs typeface="Times New Roman" panose="02020603050405020304" pitchFamily="18" charset="0"/>
              </a:rPr>
              <a:t>Compras en línea, catálogo de bicicletas, información técnica, ubicación de tiendas y atención al cliente..</a:t>
            </a:r>
            <a:endParaRPr lang="es-MX" sz="2400" b="0" dirty="0">
              <a:effectLst/>
              <a:latin typeface="Times New Roman" panose="02020603050405020304" pitchFamily="18" charset="0"/>
              <a:cs typeface="Times New Roman" panose="02020603050405020304" pitchFamily="18" charset="0"/>
            </a:endParaRPr>
          </a:p>
          <a:p>
            <a:pPr marR="74295" indent="449263" algn="just" rtl="0">
              <a:spcBef>
                <a:spcPts val="1200"/>
              </a:spcBef>
              <a:spcAft>
                <a:spcPts val="1200"/>
              </a:spcAft>
            </a:pPr>
            <a:r>
              <a:rPr lang="es-MX" sz="1800" b="1" i="0" u="none" strike="noStrike" dirty="0">
                <a:solidFill>
                  <a:srgbClr val="000000"/>
                </a:solidFill>
                <a:effectLst/>
                <a:latin typeface="Times New Roman" panose="02020603050405020304" pitchFamily="18" charset="0"/>
                <a:cs typeface="Times New Roman" panose="02020603050405020304" pitchFamily="18" charset="0"/>
              </a:rPr>
              <a:t>COMPARACIÓN: </a:t>
            </a:r>
            <a:r>
              <a:rPr lang="es-MX" sz="1800" b="0" i="0" u="none" strike="noStrike" dirty="0">
                <a:solidFill>
                  <a:srgbClr val="000000"/>
                </a:solidFill>
                <a:effectLst/>
                <a:latin typeface="Times New Roman" panose="02020603050405020304" pitchFamily="18" charset="0"/>
                <a:cs typeface="Times New Roman" panose="02020603050405020304" pitchFamily="18" charset="0"/>
              </a:rPr>
              <a:t>El aplicativo presenta problemas en gestión de citas de mantenimiento y comunicación directa con los clientes. </a:t>
            </a:r>
            <a:endParaRPr lang="es-MX" sz="2400" b="0" dirty="0">
              <a:effectLst/>
              <a:latin typeface="Times New Roman" panose="02020603050405020304" pitchFamily="18" charset="0"/>
              <a:cs typeface="Times New Roman" panose="02020603050405020304" pitchFamily="18" charset="0"/>
            </a:endParaRPr>
          </a:p>
          <a:p>
            <a:br>
              <a:rPr lang="es-MX" sz="2400" dirty="0"/>
            </a:br>
            <a:br>
              <a:rPr kumimoji="0" lang="es-MX" sz="2800" b="0" i="0" u="none" strike="noStrike" kern="0" cap="none" spc="0" normalizeH="0" baseline="0" noProof="0" dirty="0">
                <a:ln>
                  <a:noFill/>
                </a:ln>
                <a:solidFill>
                  <a:srgbClr val="000000"/>
                </a:solidFill>
                <a:effectLst/>
                <a:uLnTx/>
                <a:uFillTx/>
                <a:latin typeface="Arial"/>
                <a:cs typeface="Arial"/>
                <a:sym typeface="Arial"/>
              </a:rPr>
            </a:br>
            <a:endParaRPr kumimoji="0" sz="20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333" name="Google Shape;333;p16"/>
          <p:cNvCxnSpPr/>
          <p:nvPr/>
        </p:nvCxnSpPr>
        <p:spPr>
          <a:xfrm>
            <a:off x="600495" y="1050264"/>
            <a:ext cx="1425934" cy="0"/>
          </a:xfrm>
          <a:prstGeom prst="straightConnector1">
            <a:avLst/>
          </a:prstGeom>
          <a:noFill/>
          <a:ln w="12700" cap="flat" cmpd="sng">
            <a:solidFill>
              <a:srgbClr val="4D4D4C"/>
            </a:solidFill>
            <a:prstDash val="solid"/>
            <a:miter lim="0"/>
            <a:headEnd type="none" w="sm" len="sm"/>
            <a:tailEnd type="none" w="sm" len="sm"/>
          </a:ln>
        </p:spPr>
      </p:cxnSp>
      <p:sp>
        <p:nvSpPr>
          <p:cNvPr id="5" name="Google Shape;331;p16">
            <a:extLst>
              <a:ext uri="{FF2B5EF4-FFF2-40B4-BE49-F238E27FC236}">
                <a16:creationId xmlns:a16="http://schemas.microsoft.com/office/drawing/2014/main" id="{32154A6E-71E3-4591-B28A-23F330769AB3}"/>
              </a:ext>
            </a:extLst>
          </p:cNvPr>
          <p:cNvSpPr txBox="1"/>
          <p:nvPr/>
        </p:nvSpPr>
        <p:spPr>
          <a:xfrm>
            <a:off x="495397" y="1050264"/>
            <a:ext cx="4131416" cy="676598"/>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90000"/>
              </a:lnSpc>
              <a:spcBef>
                <a:spcPts val="0"/>
              </a:spcBef>
              <a:spcAft>
                <a:spcPts val="0"/>
              </a:spcAft>
              <a:buClr>
                <a:srgbClr val="000000"/>
              </a:buClr>
              <a:buSzPts val="3600"/>
              <a:buFont typeface="Calibri"/>
              <a:buNone/>
              <a:tabLst/>
              <a:defRPr/>
            </a:pPr>
            <a:endParaRPr kumimoji="0" sz="3200" b="0" i="0" u="none" strike="noStrike" kern="0" cap="none" spc="0" normalizeH="0" baseline="0" noProof="0" dirty="0">
              <a:ln>
                <a:noFill/>
              </a:ln>
              <a:solidFill>
                <a:srgbClr val="38AA00"/>
              </a:solidFill>
              <a:effectLst/>
              <a:uLnTx/>
              <a:uFillTx/>
              <a:latin typeface="Work Sans"/>
              <a:ea typeface="Work Sans"/>
              <a:cs typeface="Work Sans"/>
              <a:sym typeface="Work Sans"/>
            </a:endParaRPr>
          </a:p>
        </p:txBody>
      </p:sp>
      <p:pic>
        <p:nvPicPr>
          <p:cNvPr id="4" name="Imagen 3">
            <a:extLst>
              <a:ext uri="{FF2B5EF4-FFF2-40B4-BE49-F238E27FC236}">
                <a16:creationId xmlns:a16="http://schemas.microsoft.com/office/drawing/2014/main" id="{E34B5B27-F26D-46E1-8798-3DCBF4BB0B65}"/>
              </a:ext>
            </a:extLst>
          </p:cNvPr>
          <p:cNvPicPr>
            <a:picLocks noChangeAspect="1"/>
          </p:cNvPicPr>
          <p:nvPr/>
        </p:nvPicPr>
        <p:blipFill>
          <a:blip r:embed="rId4"/>
          <a:stretch>
            <a:fillRect/>
          </a:stretch>
        </p:blipFill>
        <p:spPr>
          <a:xfrm>
            <a:off x="3016370" y="3909639"/>
            <a:ext cx="6159260" cy="2757249"/>
          </a:xfrm>
          <a:prstGeom prst="rect">
            <a:avLst/>
          </a:prstGeom>
        </p:spPr>
      </p:pic>
      <p:pic>
        <p:nvPicPr>
          <p:cNvPr id="7" name="Google Shape;262;p2">
            <a:extLst>
              <a:ext uri="{FF2B5EF4-FFF2-40B4-BE49-F238E27FC236}">
                <a16:creationId xmlns:a16="http://schemas.microsoft.com/office/drawing/2014/main" id="{F651F41C-8ADC-4159-936A-C221E134BBEE}"/>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extLst>
      <p:ext uri="{BB962C8B-B14F-4D97-AF65-F5344CB8AC3E}">
        <p14:creationId xmlns:p14="http://schemas.microsoft.com/office/powerpoint/2010/main" val="343699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16"/>
          <p:cNvSpPr txBox="1"/>
          <p:nvPr/>
        </p:nvSpPr>
        <p:spPr>
          <a:xfrm>
            <a:off x="495396" y="373666"/>
            <a:ext cx="6440242" cy="676598"/>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90000"/>
              </a:lnSpc>
              <a:spcBef>
                <a:spcPts val="0"/>
              </a:spcBef>
              <a:spcAft>
                <a:spcPts val="0"/>
              </a:spcAft>
              <a:buClr>
                <a:srgbClr val="000000"/>
              </a:buClr>
              <a:buSzPts val="3600"/>
              <a:buFont typeface="Calibri"/>
              <a:buNone/>
              <a:tabLst/>
              <a:defRPr/>
            </a:pPr>
            <a:r>
              <a:rPr kumimoji="0" lang="es-MX" sz="3600" b="1" i="0" u="none" strike="noStrike" kern="0" cap="none" spc="0" normalizeH="0" baseline="0" noProof="0" dirty="0">
                <a:ln>
                  <a:noFill/>
                </a:ln>
                <a:solidFill>
                  <a:srgbClr val="38AA00"/>
                </a:solidFill>
                <a:effectLst/>
                <a:uLnTx/>
                <a:uFillTx/>
                <a:latin typeface="Work Sans"/>
                <a:ea typeface="Work Sans"/>
                <a:cs typeface="Work Sans"/>
                <a:sym typeface="Work Sans"/>
              </a:rPr>
              <a:t>Antecedentes –</a:t>
            </a:r>
            <a:r>
              <a:rPr kumimoji="0" lang="es-MX" sz="4000" b="1" i="0" u="none" strike="noStrike" kern="0" cap="none" spc="0" normalizeH="0" baseline="0" noProof="0" dirty="0">
                <a:ln>
                  <a:noFill/>
                </a:ln>
                <a:solidFill>
                  <a:srgbClr val="38AA00"/>
                </a:solidFill>
                <a:effectLst/>
                <a:uLnTx/>
                <a:uFillTx/>
                <a:latin typeface="Work Sans"/>
                <a:ea typeface="Work Sans"/>
                <a:cs typeface="Work Sans"/>
                <a:sym typeface="Work Sans"/>
              </a:rPr>
              <a:t> </a:t>
            </a:r>
            <a:r>
              <a:rPr lang="es-MX" sz="3200" dirty="0">
                <a:solidFill>
                  <a:srgbClr val="38AA00"/>
                </a:solidFill>
                <a:latin typeface="Work Sans"/>
                <a:ea typeface="Work Sans"/>
                <a:cs typeface="Work Sans"/>
                <a:sym typeface="Work Sans"/>
              </a:rPr>
              <a:t>CYCLEWEAR</a:t>
            </a:r>
            <a:endParaRPr kumimoji="0" sz="4000" b="0" i="0" u="none" strike="noStrike" kern="0" cap="none" spc="0" normalizeH="0" baseline="0" noProof="0" dirty="0">
              <a:ln>
                <a:noFill/>
              </a:ln>
              <a:solidFill>
                <a:srgbClr val="38AA00"/>
              </a:solidFill>
              <a:effectLst/>
              <a:uLnTx/>
              <a:uFillTx/>
              <a:latin typeface="Work Sans"/>
              <a:ea typeface="Work Sans"/>
              <a:cs typeface="Work Sans"/>
              <a:sym typeface="Work Sans"/>
            </a:endParaRPr>
          </a:p>
        </p:txBody>
      </p:sp>
      <p:sp>
        <p:nvSpPr>
          <p:cNvPr id="332" name="Google Shape;332;p16"/>
          <p:cNvSpPr txBox="1"/>
          <p:nvPr/>
        </p:nvSpPr>
        <p:spPr>
          <a:xfrm>
            <a:off x="495396" y="906524"/>
            <a:ext cx="10053828" cy="3908722"/>
          </a:xfrm>
          <a:prstGeom prst="rect">
            <a:avLst/>
          </a:prstGeom>
          <a:noFill/>
          <a:ln>
            <a:noFill/>
          </a:ln>
        </p:spPr>
        <p:txBody>
          <a:bodyPr spcFirstLastPara="1" wrap="square" lIns="91425" tIns="45700" rIns="91425" bIns="45700" anchor="t" anchorCtr="0">
            <a:spAutoFit/>
          </a:bodyPr>
          <a:lstStyle/>
          <a:p>
            <a:pPr marR="74295" indent="449263" algn="just" rtl="0">
              <a:spcBef>
                <a:spcPts val="1200"/>
              </a:spcBef>
              <a:spcAft>
                <a:spcPts val="1200"/>
              </a:spcAft>
            </a:pPr>
            <a:r>
              <a:rPr lang="es-MX" sz="1800" b="1" i="0" u="none" strike="noStrike" dirty="0">
                <a:solidFill>
                  <a:srgbClr val="000000"/>
                </a:solidFill>
                <a:effectLst/>
                <a:latin typeface="Times New Roman" panose="02020603050405020304" pitchFamily="18" charset="0"/>
              </a:rPr>
              <a:t>DESCRIPCIÓN: </a:t>
            </a:r>
            <a:r>
              <a:rPr lang="es-MX" sz="1800" b="0" i="0" u="none" strike="noStrike" dirty="0">
                <a:solidFill>
                  <a:srgbClr val="000000"/>
                </a:solidFill>
                <a:effectLst/>
                <a:latin typeface="Times New Roman" panose="02020603050405020304" pitchFamily="18" charset="0"/>
              </a:rPr>
              <a:t>Es una tienda virtual enfocada en la comercialización de bicicletas, accesorios y artículos deportivos para ciclistas. La plataforma permite realizar compras en línea y consultar diferentes categorías de productos. </a:t>
            </a:r>
            <a:endParaRPr lang="es-MX" sz="2400" b="0" dirty="0">
              <a:effectLst/>
            </a:endParaRPr>
          </a:p>
          <a:p>
            <a:pPr marR="74295" indent="449263" algn="just" rtl="0">
              <a:spcBef>
                <a:spcPts val="1200"/>
              </a:spcBef>
              <a:spcAft>
                <a:spcPts val="1200"/>
              </a:spcAft>
            </a:pPr>
            <a:r>
              <a:rPr lang="es-MX" sz="1800" b="1" i="0" u="none" strike="noStrike" dirty="0">
                <a:solidFill>
                  <a:srgbClr val="000000"/>
                </a:solidFill>
                <a:effectLst/>
                <a:latin typeface="Times New Roman" panose="02020603050405020304" pitchFamily="18" charset="0"/>
              </a:rPr>
              <a:t>MÓDULOS: </a:t>
            </a:r>
            <a:r>
              <a:rPr lang="es-MX" sz="1800" b="0" i="0" u="none" strike="noStrike" dirty="0">
                <a:solidFill>
                  <a:srgbClr val="000000"/>
                </a:solidFill>
                <a:effectLst/>
                <a:latin typeface="Times New Roman" panose="02020603050405020304" pitchFamily="18" charset="0"/>
              </a:rPr>
              <a:t>Venta de bicicletas, ropa deportiva, accesorios, catálogo de productos e información de productos. </a:t>
            </a:r>
            <a:endParaRPr lang="es-MX" sz="2400" b="0" dirty="0">
              <a:effectLst/>
            </a:endParaRPr>
          </a:p>
          <a:p>
            <a:pPr marR="74295" indent="449263" algn="just" rtl="0">
              <a:spcBef>
                <a:spcPts val="1200"/>
              </a:spcBef>
              <a:spcAft>
                <a:spcPts val="1200"/>
              </a:spcAft>
            </a:pPr>
            <a:r>
              <a:rPr lang="es-MX" sz="1800" b="1" i="0" u="none" strike="noStrike" dirty="0">
                <a:solidFill>
                  <a:srgbClr val="000000"/>
                </a:solidFill>
                <a:effectLst/>
                <a:latin typeface="Times New Roman" panose="02020603050405020304" pitchFamily="18" charset="0"/>
              </a:rPr>
              <a:t>COMPARACIÓN: </a:t>
            </a:r>
            <a:r>
              <a:rPr lang="es-MX" sz="1800" b="0" i="0" u="none" strike="noStrike" dirty="0">
                <a:solidFill>
                  <a:srgbClr val="000000"/>
                </a:solidFill>
                <a:effectLst/>
                <a:latin typeface="Times New Roman" panose="02020603050405020304" pitchFamily="18" charset="0"/>
              </a:rPr>
              <a:t>El aplicativo puede complementarse con herramientas como control de mantenimientos, registro de servicios técnicos y seguimiento personalizado de clientes, funciones que serán añadidas en el nuevo proyecto.</a:t>
            </a:r>
            <a:endParaRPr lang="es-MX" sz="2400" b="0" dirty="0">
              <a:effectLst/>
            </a:endParaRPr>
          </a:p>
          <a:p>
            <a:br>
              <a:rPr lang="es-MX" sz="2400" dirty="0"/>
            </a:br>
            <a:endParaRPr kumimoji="0" lang="es-MX" sz="20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333" name="Google Shape;333;p16"/>
          <p:cNvCxnSpPr/>
          <p:nvPr/>
        </p:nvCxnSpPr>
        <p:spPr>
          <a:xfrm>
            <a:off x="600495" y="1050264"/>
            <a:ext cx="1425934" cy="0"/>
          </a:xfrm>
          <a:prstGeom prst="straightConnector1">
            <a:avLst/>
          </a:prstGeom>
          <a:noFill/>
          <a:ln w="12700" cap="flat" cmpd="sng">
            <a:solidFill>
              <a:srgbClr val="4D4D4C"/>
            </a:solidFill>
            <a:prstDash val="solid"/>
            <a:miter lim="0"/>
            <a:headEnd type="none" w="sm" len="sm"/>
            <a:tailEnd type="none" w="sm" len="sm"/>
          </a:ln>
        </p:spPr>
      </p:cxnSp>
      <p:sp>
        <p:nvSpPr>
          <p:cNvPr id="5" name="Google Shape;331;p16">
            <a:extLst>
              <a:ext uri="{FF2B5EF4-FFF2-40B4-BE49-F238E27FC236}">
                <a16:creationId xmlns:a16="http://schemas.microsoft.com/office/drawing/2014/main" id="{32154A6E-71E3-4591-B28A-23F330769AB3}"/>
              </a:ext>
            </a:extLst>
          </p:cNvPr>
          <p:cNvSpPr txBox="1"/>
          <p:nvPr/>
        </p:nvSpPr>
        <p:spPr>
          <a:xfrm>
            <a:off x="495397" y="1050264"/>
            <a:ext cx="4131416" cy="676598"/>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90000"/>
              </a:lnSpc>
              <a:spcBef>
                <a:spcPts val="0"/>
              </a:spcBef>
              <a:spcAft>
                <a:spcPts val="0"/>
              </a:spcAft>
              <a:buClr>
                <a:srgbClr val="000000"/>
              </a:buClr>
              <a:buSzPts val="3600"/>
              <a:buFont typeface="Calibri"/>
              <a:buNone/>
              <a:tabLst/>
              <a:defRPr/>
            </a:pPr>
            <a:endParaRPr kumimoji="0" sz="3200" b="0" i="0" u="none" strike="noStrike" kern="0" cap="none" spc="0" normalizeH="0" baseline="0" noProof="0" dirty="0">
              <a:ln>
                <a:noFill/>
              </a:ln>
              <a:solidFill>
                <a:srgbClr val="38AA00"/>
              </a:solidFill>
              <a:effectLst/>
              <a:uLnTx/>
              <a:uFillTx/>
              <a:latin typeface="Work Sans"/>
              <a:ea typeface="Work Sans"/>
              <a:cs typeface="Work Sans"/>
              <a:sym typeface="Work Sans"/>
            </a:endParaRPr>
          </a:p>
        </p:txBody>
      </p:sp>
      <p:pic>
        <p:nvPicPr>
          <p:cNvPr id="3" name="Imagen 2">
            <a:extLst>
              <a:ext uri="{FF2B5EF4-FFF2-40B4-BE49-F238E27FC236}">
                <a16:creationId xmlns:a16="http://schemas.microsoft.com/office/drawing/2014/main" id="{DD500124-B1DA-4306-898C-8C0E9F51D23E}"/>
              </a:ext>
            </a:extLst>
          </p:cNvPr>
          <p:cNvPicPr>
            <a:picLocks noChangeAspect="1"/>
          </p:cNvPicPr>
          <p:nvPr/>
        </p:nvPicPr>
        <p:blipFill rotWithShape="1">
          <a:blip r:embed="rId3"/>
          <a:srcRect t="1454"/>
          <a:stretch/>
        </p:blipFill>
        <p:spPr>
          <a:xfrm>
            <a:off x="2723071" y="3969856"/>
            <a:ext cx="6745857" cy="2756496"/>
          </a:xfrm>
          <a:prstGeom prst="rect">
            <a:avLst/>
          </a:prstGeom>
        </p:spPr>
      </p:pic>
      <p:pic>
        <p:nvPicPr>
          <p:cNvPr id="7" name="Google Shape;262;p2">
            <a:extLst>
              <a:ext uri="{FF2B5EF4-FFF2-40B4-BE49-F238E27FC236}">
                <a16:creationId xmlns:a16="http://schemas.microsoft.com/office/drawing/2014/main" id="{1D1D9670-DF28-4166-B156-B766DC61370C}"/>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extLst>
      <p:ext uri="{BB962C8B-B14F-4D97-AF65-F5344CB8AC3E}">
        <p14:creationId xmlns:p14="http://schemas.microsoft.com/office/powerpoint/2010/main" val="2693705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7"/>
        <p:cNvGrpSpPr/>
        <p:nvPr/>
      </p:nvGrpSpPr>
      <p:grpSpPr>
        <a:xfrm>
          <a:off x="0" y="0"/>
          <a:ext cx="0" cy="0"/>
          <a:chOff x="0" y="0"/>
          <a:chExt cx="0" cy="0"/>
        </a:xfrm>
      </p:grpSpPr>
      <p:sp>
        <p:nvSpPr>
          <p:cNvPr id="348" name="Google Shape;348;p100"/>
          <p:cNvSpPr txBox="1"/>
          <p:nvPr/>
        </p:nvSpPr>
        <p:spPr>
          <a:xfrm>
            <a:off x="1129740" y="2539470"/>
            <a:ext cx="993252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ALCANCE DEL PROYECTO</a:t>
            </a:r>
            <a:endParaRPr sz="1400" b="0" i="0" u="none" strike="noStrike" cap="none">
              <a:solidFill>
                <a:srgbClr val="000000"/>
              </a:solidFill>
              <a:latin typeface="Arial"/>
              <a:ea typeface="Arial"/>
              <a:cs typeface="Arial"/>
              <a:sym typeface="Arial"/>
            </a:endParaRPr>
          </a:p>
        </p:txBody>
      </p:sp>
      <p:cxnSp>
        <p:nvCxnSpPr>
          <p:cNvPr id="349" name="Google Shape;349;p100"/>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12"/>
          <p:cNvSpPr txBox="1"/>
          <p:nvPr/>
        </p:nvSpPr>
        <p:spPr>
          <a:xfrm>
            <a:off x="762988" y="706118"/>
            <a:ext cx="5428262"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Alcance del Proyecto</a:t>
            </a:r>
            <a:endParaRPr sz="3600" b="1" i="0" u="none" strike="noStrike" cap="none">
              <a:solidFill>
                <a:srgbClr val="38AA00"/>
              </a:solidFill>
              <a:latin typeface="Work Sans"/>
              <a:ea typeface="Work Sans"/>
              <a:cs typeface="Work Sans"/>
              <a:sym typeface="Work Sans"/>
            </a:endParaRPr>
          </a:p>
          <a:p>
            <a:pPr marL="0" marR="0" lvl="0" indent="0" algn="l" rtl="0">
              <a:lnSpc>
                <a:spcPct val="90000"/>
              </a:lnSpc>
              <a:spcBef>
                <a:spcPts val="0"/>
              </a:spcBef>
              <a:spcAft>
                <a:spcPts val="0"/>
              </a:spcAft>
              <a:buClr>
                <a:schemeClr val="dk1"/>
              </a:buClr>
              <a:buSzPts val="3600"/>
              <a:buFont typeface="Calibri"/>
              <a:buNone/>
            </a:pPr>
            <a:endParaRPr sz="3600" b="1" i="0" u="none" strike="noStrike" cap="none">
              <a:solidFill>
                <a:srgbClr val="38AA00"/>
              </a:solidFill>
              <a:latin typeface="Work Sans"/>
              <a:ea typeface="Work Sans"/>
              <a:cs typeface="Work Sans"/>
              <a:sym typeface="Work Sans"/>
            </a:endParaRPr>
          </a:p>
        </p:txBody>
      </p:sp>
      <p:cxnSp>
        <p:nvCxnSpPr>
          <p:cNvPr id="355" name="Google Shape;355;p12"/>
          <p:cNvCxnSpPr/>
          <p:nvPr/>
        </p:nvCxnSpPr>
        <p:spPr>
          <a:xfrm>
            <a:off x="892300" y="1361504"/>
            <a:ext cx="1425934" cy="0"/>
          </a:xfrm>
          <a:prstGeom prst="straightConnector1">
            <a:avLst/>
          </a:prstGeom>
          <a:noFill/>
          <a:ln w="12700" cap="flat" cmpd="sng">
            <a:solidFill>
              <a:srgbClr val="4D4D4C"/>
            </a:solidFill>
            <a:prstDash val="solid"/>
            <a:miter lim="0"/>
            <a:headEnd type="none" w="sm" len="sm"/>
            <a:tailEnd type="none" w="sm" len="sm"/>
          </a:ln>
        </p:spPr>
      </p:cxnSp>
      <p:sp>
        <p:nvSpPr>
          <p:cNvPr id="356" name="Google Shape;356;p12"/>
          <p:cNvSpPr txBox="1"/>
          <p:nvPr/>
        </p:nvSpPr>
        <p:spPr>
          <a:xfrm>
            <a:off x="992977" y="1450173"/>
            <a:ext cx="7651200" cy="4417500"/>
          </a:xfrm>
          <a:prstGeom prst="rect">
            <a:avLst/>
          </a:prstGeom>
          <a:noFill/>
          <a:ln>
            <a:noFill/>
          </a:ln>
        </p:spPr>
        <p:txBody>
          <a:bodyPr spcFirstLastPara="1" wrap="square" lIns="91425" tIns="45700" rIns="91425" bIns="45700" anchor="t" anchorCtr="0">
            <a:spAutoFit/>
          </a:bodyPr>
          <a:lstStyle/>
          <a:p>
            <a:pPr marL="457200" marR="0" lvl="1" indent="0" algn="l" rtl="0">
              <a:lnSpc>
                <a:spcPct val="100000"/>
              </a:lnSpc>
              <a:spcBef>
                <a:spcPts val="0"/>
              </a:spcBef>
              <a:spcAft>
                <a:spcPts val="0"/>
              </a:spcAft>
              <a:buClr>
                <a:srgbClr val="000000"/>
              </a:buClr>
              <a:buSzPts val="1800"/>
              <a:buFont typeface="Arial"/>
              <a:buNone/>
            </a:pPr>
            <a:r>
              <a:rPr lang="es-CO" sz="1800" b="1" i="0" u="none" strike="noStrike" cap="none">
                <a:solidFill>
                  <a:srgbClr val="000000"/>
                </a:solidFill>
                <a:latin typeface="Times New Roman"/>
                <a:ea typeface="Times New Roman"/>
                <a:cs typeface="Times New Roman"/>
                <a:sym typeface="Times New Roman"/>
              </a:rPr>
              <a:t>El aplicativo permitirá</a:t>
            </a:r>
            <a:endParaRPr sz="1800" b="1" i="0" u="none" strike="noStrike" cap="none">
              <a:solidFill>
                <a:srgbClr val="000000"/>
              </a:solidFill>
              <a:latin typeface="Times New Roman"/>
              <a:ea typeface="Times New Roman"/>
              <a:cs typeface="Times New Roman"/>
              <a:sym typeface="Times New Roman"/>
            </a:endParaRPr>
          </a:p>
          <a:p>
            <a:pPr marL="457200" marR="0" lvl="0" indent="-323850" algn="just" rtl="0">
              <a:lnSpc>
                <a:spcPct val="100000"/>
              </a:lnSpc>
              <a:spcBef>
                <a:spcPts val="40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Registro, edición y eliminación de productos.</a:t>
            </a:r>
            <a:endParaRPr sz="1500" b="0" i="0" u="none" strike="noStrike" cap="none">
              <a:solidFill>
                <a:srgbClr val="00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Visualización del catálogo digital.</a:t>
            </a:r>
            <a:endParaRPr sz="1500" b="0" i="0" u="none" strike="noStrike" cap="none">
              <a:solidFill>
                <a:srgbClr val="00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Registro y autenticación de usuarios.</a:t>
            </a:r>
            <a:endParaRPr sz="1500" b="0" i="0" u="none" strike="noStrike" cap="none">
              <a:solidFill>
                <a:srgbClr val="00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Registro y gestión de clientes.</a:t>
            </a:r>
            <a:endParaRPr sz="1500" b="0" i="0" u="none" strike="noStrike" cap="none">
              <a:solidFill>
                <a:srgbClr val="00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Gestión de ventas.</a:t>
            </a:r>
            <a:endParaRPr sz="1500" b="0" i="0" u="none" strike="noStrike" cap="none">
              <a:solidFill>
                <a:srgbClr val="000000"/>
              </a:solidFill>
              <a:latin typeface="Times New Roman"/>
              <a:ea typeface="Times New Roman"/>
              <a:cs typeface="Times New Roman"/>
              <a:sym typeface="Times New Roman"/>
            </a:endParaRPr>
          </a:p>
          <a:p>
            <a:pPr marL="457200" marR="0" lvl="0" indent="-323850" algn="just" rtl="0">
              <a:lnSpc>
                <a:spcPct val="200000"/>
              </a:lnSpc>
              <a:spcBef>
                <a:spcPts val="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Consultar el historial de las ventas.</a:t>
            </a:r>
            <a:endParaRPr sz="1500" b="0" i="0" u="none" strike="noStrike" cap="none">
              <a:solidFill>
                <a:srgbClr val="00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Control automático del inventario.</a:t>
            </a:r>
            <a:endParaRPr sz="1500" b="0" i="0" u="none" strike="noStrike" cap="none">
              <a:solidFill>
                <a:srgbClr val="00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Generación de órdenes de salida.</a:t>
            </a:r>
            <a:endParaRPr sz="1500" b="0" i="0" u="none" strike="noStrike" cap="none">
              <a:solidFill>
                <a:srgbClr val="00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Panel administrativo para la gestión del sistema.</a:t>
            </a:r>
            <a:endParaRPr sz="1400" b="0" i="0" u="none" strike="noStrike" cap="none">
              <a:solidFill>
                <a:srgbClr val="000000"/>
              </a:solidFill>
              <a:latin typeface="Arial"/>
              <a:ea typeface="Arial"/>
              <a:cs typeface="Arial"/>
              <a:sym typeface="Arial"/>
            </a:endParaRPr>
          </a:p>
          <a:p>
            <a:pPr marL="457200" marR="0" lvl="0" indent="-323850" algn="just" rtl="0">
              <a:lnSpc>
                <a:spcPct val="100000"/>
              </a:lnSpc>
              <a:spcBef>
                <a:spcPts val="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Calcular el salario de los empleados por horas trabajadas.</a:t>
            </a:r>
            <a:endParaRPr sz="1500" b="0" i="0" u="none" strike="noStrike" cap="none">
              <a:solidFill>
                <a:srgbClr val="000000"/>
              </a:solidFill>
              <a:latin typeface="Times New Roman"/>
              <a:ea typeface="Times New Roman"/>
              <a:cs typeface="Times New Roman"/>
              <a:sym typeface="Times New Roman"/>
            </a:endParaRPr>
          </a:p>
          <a:p>
            <a:pPr marL="457200" marR="0" lvl="1" indent="0" algn="l" rtl="0">
              <a:lnSpc>
                <a:spcPct val="100000"/>
              </a:lnSpc>
              <a:spcBef>
                <a:spcPts val="1600"/>
              </a:spcBef>
              <a:spcAft>
                <a:spcPts val="0"/>
              </a:spcAft>
              <a:buClr>
                <a:srgbClr val="000000"/>
              </a:buClr>
              <a:buSzPts val="1800"/>
              <a:buFont typeface="Arial"/>
              <a:buNone/>
            </a:pPr>
            <a:r>
              <a:rPr lang="es-CO" sz="1800" b="1" i="0" u="none" strike="noStrike" cap="none">
                <a:solidFill>
                  <a:srgbClr val="000000"/>
                </a:solidFill>
                <a:latin typeface="Times New Roman"/>
                <a:ea typeface="Times New Roman"/>
                <a:cs typeface="Times New Roman"/>
                <a:sym typeface="Times New Roman"/>
              </a:rPr>
              <a:t>El aplicativo no incluirá</a:t>
            </a:r>
            <a:endParaRPr sz="1800" b="1" i="0" u="none" strike="noStrike" cap="none">
              <a:solidFill>
                <a:srgbClr val="000000"/>
              </a:solidFill>
              <a:latin typeface="Times New Roman"/>
              <a:ea typeface="Times New Roman"/>
              <a:cs typeface="Times New Roman"/>
              <a:sym typeface="Times New Roman"/>
            </a:endParaRPr>
          </a:p>
          <a:p>
            <a:pPr marL="457200" marR="0" lvl="0" indent="-323850" algn="just" rtl="0">
              <a:lnSpc>
                <a:spcPct val="100000"/>
              </a:lnSpc>
              <a:spcBef>
                <a:spcPts val="40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Desarrollo de aplicación móvil.</a:t>
            </a:r>
            <a:endParaRPr sz="1500" b="0" i="0" u="none" strike="noStrike" cap="none">
              <a:solidFill>
                <a:srgbClr val="00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Integración con pasarelas de pago en línea.</a:t>
            </a:r>
            <a:endParaRPr sz="1500" b="0" i="0" u="none" strike="noStrike" cap="none">
              <a:solidFill>
                <a:srgbClr val="00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Facturación electrónica.</a:t>
            </a:r>
            <a:endParaRPr sz="1500" b="0" i="0" u="none" strike="noStrike" cap="none">
              <a:solidFill>
                <a:srgbClr val="00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rgbClr val="000000"/>
              </a:buClr>
              <a:buSzPts val="1500"/>
              <a:buFont typeface="Times New Roman"/>
              <a:buChar char="●"/>
            </a:pPr>
            <a:r>
              <a:rPr lang="es-CO" sz="1500" b="0" i="0" u="none" strike="noStrike" cap="none">
                <a:solidFill>
                  <a:srgbClr val="000000"/>
                </a:solidFill>
                <a:latin typeface="Times New Roman"/>
                <a:ea typeface="Times New Roman"/>
                <a:cs typeface="Times New Roman"/>
                <a:sym typeface="Times New Roman"/>
              </a:rPr>
              <a:t>Integración con redes sociales.</a:t>
            </a:r>
            <a:endParaRPr sz="1500" b="0" i="0" u="none" strike="noStrike" cap="none">
              <a:solidFill>
                <a:srgbClr val="000000"/>
              </a:solidFill>
              <a:latin typeface="Times New Roman"/>
              <a:ea typeface="Times New Roman"/>
              <a:cs typeface="Times New Roman"/>
              <a:sym typeface="Times New Roman"/>
            </a:endParaRPr>
          </a:p>
        </p:txBody>
      </p:sp>
      <p:pic>
        <p:nvPicPr>
          <p:cNvPr id="357" name="Google Shape;357;p12" descr="Imagen de Story Pin"/>
          <p:cNvPicPr preferRelativeResize="0"/>
          <p:nvPr/>
        </p:nvPicPr>
        <p:blipFill rotWithShape="1">
          <a:blip r:embed="rId3">
            <a:alphaModFix/>
          </a:blip>
          <a:srcRect/>
          <a:stretch/>
        </p:blipFill>
        <p:spPr>
          <a:xfrm>
            <a:off x="6499174" y="1497564"/>
            <a:ext cx="5016274" cy="3862872"/>
          </a:xfrm>
          <a:prstGeom prst="rect">
            <a:avLst/>
          </a:prstGeom>
          <a:noFill/>
          <a:ln>
            <a:noFill/>
          </a:ln>
        </p:spPr>
      </p:pic>
      <p:pic>
        <p:nvPicPr>
          <p:cNvPr id="6" name="Google Shape;262;p2">
            <a:extLst>
              <a:ext uri="{FF2B5EF4-FFF2-40B4-BE49-F238E27FC236}">
                <a16:creationId xmlns:a16="http://schemas.microsoft.com/office/drawing/2014/main" id="{63E6A4CF-4AEC-40A7-A787-FBB2F0AC1D7A}"/>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1"/>
        <p:cNvGrpSpPr/>
        <p:nvPr/>
      </p:nvGrpSpPr>
      <p:grpSpPr>
        <a:xfrm>
          <a:off x="0" y="0"/>
          <a:ext cx="0" cy="0"/>
          <a:chOff x="0" y="0"/>
          <a:chExt cx="0" cy="0"/>
        </a:xfrm>
      </p:grpSpPr>
      <p:sp>
        <p:nvSpPr>
          <p:cNvPr id="362" name="Google Shape;362;p101"/>
          <p:cNvSpPr txBox="1"/>
          <p:nvPr/>
        </p:nvSpPr>
        <p:spPr>
          <a:xfrm>
            <a:off x="4847905" y="2539470"/>
            <a:ext cx="2496196"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BPMN</a:t>
            </a:r>
            <a:endParaRPr sz="1400" b="0" i="0" u="none" strike="noStrike" cap="none">
              <a:solidFill>
                <a:srgbClr val="000000"/>
              </a:solidFill>
              <a:latin typeface="Arial"/>
              <a:ea typeface="Arial"/>
              <a:cs typeface="Arial"/>
              <a:sym typeface="Arial"/>
            </a:endParaRPr>
          </a:p>
        </p:txBody>
      </p:sp>
      <p:cxnSp>
        <p:nvCxnSpPr>
          <p:cNvPr id="363" name="Google Shape;363;p101"/>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14"/>
          <p:cNvSpPr txBox="1"/>
          <p:nvPr/>
        </p:nvSpPr>
        <p:spPr>
          <a:xfrm>
            <a:off x="836879" y="744075"/>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Diagrama BPMN</a:t>
            </a:r>
            <a:endParaRPr sz="1400" b="0" i="0" u="none" strike="noStrike" cap="none">
              <a:solidFill>
                <a:srgbClr val="000000"/>
              </a:solidFill>
              <a:latin typeface="Arial"/>
              <a:ea typeface="Arial"/>
              <a:cs typeface="Arial"/>
              <a:sym typeface="Arial"/>
            </a:endParaRPr>
          </a:p>
        </p:txBody>
      </p:sp>
      <p:cxnSp>
        <p:nvCxnSpPr>
          <p:cNvPr id="369" name="Google Shape;369;p14"/>
          <p:cNvCxnSpPr/>
          <p:nvPr/>
        </p:nvCxnSpPr>
        <p:spPr>
          <a:xfrm>
            <a:off x="975428" y="1420673"/>
            <a:ext cx="1425934" cy="0"/>
          </a:xfrm>
          <a:prstGeom prst="straightConnector1">
            <a:avLst/>
          </a:prstGeom>
          <a:noFill/>
          <a:ln w="12700" cap="flat" cmpd="sng">
            <a:solidFill>
              <a:srgbClr val="4D4D4C"/>
            </a:solidFill>
            <a:prstDash val="solid"/>
            <a:miter lim="0"/>
            <a:headEnd type="none" w="sm" len="sm"/>
            <a:tailEnd type="none" w="sm" len="sm"/>
          </a:ln>
        </p:spPr>
      </p:cxnSp>
      <p:pic>
        <p:nvPicPr>
          <p:cNvPr id="370" name="Google Shape;370;p14">
            <a:hlinkClick r:id="rId3"/>
          </p:cNvPr>
          <p:cNvPicPr preferRelativeResize="0"/>
          <p:nvPr/>
        </p:nvPicPr>
        <p:blipFill rotWithShape="1">
          <a:blip r:embed="rId4">
            <a:alphaModFix/>
          </a:blip>
          <a:srcRect/>
          <a:stretch/>
        </p:blipFill>
        <p:spPr>
          <a:xfrm>
            <a:off x="975428" y="1884999"/>
            <a:ext cx="9689767" cy="4703579"/>
          </a:xfrm>
          <a:prstGeom prst="rect">
            <a:avLst/>
          </a:prstGeom>
          <a:noFill/>
          <a:ln>
            <a:noFill/>
          </a:ln>
        </p:spPr>
      </p:pic>
      <p:sp>
        <p:nvSpPr>
          <p:cNvPr id="371" name="Google Shape;371;p14"/>
          <p:cNvSpPr txBox="1"/>
          <p:nvPr/>
        </p:nvSpPr>
        <p:spPr>
          <a:xfrm>
            <a:off x="975428" y="1515667"/>
            <a:ext cx="819961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s-CO" sz="1800" b="0" i="0" u="none" strike="noStrike" cap="none">
                <a:solidFill>
                  <a:srgbClr val="000000"/>
                </a:solidFill>
                <a:latin typeface="Times New Roman"/>
                <a:ea typeface="Times New Roman"/>
                <a:cs typeface="Times New Roman"/>
                <a:sym typeface="Times New Roman"/>
              </a:rPr>
              <a:t>Este diagrama muestra el funcionamiento actual de la bicicletería</a:t>
            </a:r>
            <a:endParaRPr sz="1400" b="0" i="0" u="none" strike="noStrike" cap="none">
              <a:solidFill>
                <a:srgbClr val="000000"/>
              </a:solidFill>
              <a:latin typeface="Arial"/>
              <a:ea typeface="Arial"/>
              <a:cs typeface="Arial"/>
              <a:sym typeface="Arial"/>
            </a:endParaRPr>
          </a:p>
        </p:txBody>
      </p:sp>
      <p:pic>
        <p:nvPicPr>
          <p:cNvPr id="6" name="Google Shape;262;p2">
            <a:extLst>
              <a:ext uri="{FF2B5EF4-FFF2-40B4-BE49-F238E27FC236}">
                <a16:creationId xmlns:a16="http://schemas.microsoft.com/office/drawing/2014/main" id="{06012476-9196-4CCE-B7C1-E3DF16233840}"/>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5"/>
        <p:cNvGrpSpPr/>
        <p:nvPr/>
      </p:nvGrpSpPr>
      <p:grpSpPr>
        <a:xfrm>
          <a:off x="0" y="0"/>
          <a:ext cx="0" cy="0"/>
          <a:chOff x="0" y="0"/>
          <a:chExt cx="0" cy="0"/>
        </a:xfrm>
      </p:grpSpPr>
      <p:sp>
        <p:nvSpPr>
          <p:cNvPr id="376" name="Google Shape;376;p102"/>
          <p:cNvSpPr txBox="1"/>
          <p:nvPr/>
        </p:nvSpPr>
        <p:spPr>
          <a:xfrm>
            <a:off x="631628" y="2191332"/>
            <a:ext cx="10928743" cy="175432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5400" b="1" i="0" u="none" strike="noStrike" cap="none">
                <a:solidFill>
                  <a:srgbClr val="FFFFFF"/>
                </a:solidFill>
                <a:latin typeface="Work Sans"/>
                <a:ea typeface="Work Sans"/>
                <a:cs typeface="Work Sans"/>
                <a:sym typeface="Work Sans"/>
              </a:rPr>
              <a:t>LEVANTAMIENTO DE INFORMACIÓN</a:t>
            </a:r>
            <a:endParaRPr sz="5400" b="0" i="0" u="none" strike="noStrike" cap="none">
              <a:solidFill>
                <a:srgbClr val="000000"/>
              </a:solidFill>
              <a:latin typeface="Arial"/>
              <a:ea typeface="Arial"/>
              <a:cs typeface="Arial"/>
              <a:sym typeface="Arial"/>
            </a:endParaRPr>
          </a:p>
        </p:txBody>
      </p:sp>
      <p:cxnSp>
        <p:nvCxnSpPr>
          <p:cNvPr id="377" name="Google Shape;377;p102"/>
          <p:cNvCxnSpPr/>
          <p:nvPr/>
        </p:nvCxnSpPr>
        <p:spPr>
          <a:xfrm>
            <a:off x="4972228" y="3945658"/>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19"/>
          <p:cNvSpPr txBox="1"/>
          <p:nvPr/>
        </p:nvSpPr>
        <p:spPr>
          <a:xfrm>
            <a:off x="984004" y="57554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Informe Observación</a:t>
            </a:r>
            <a:endParaRPr sz="1400" b="0" i="0" u="none" strike="noStrike" cap="none">
              <a:solidFill>
                <a:srgbClr val="000000"/>
              </a:solidFill>
              <a:latin typeface="Arial"/>
              <a:ea typeface="Arial"/>
              <a:cs typeface="Arial"/>
              <a:sym typeface="Arial"/>
            </a:endParaRPr>
          </a:p>
        </p:txBody>
      </p:sp>
      <p:cxnSp>
        <p:nvCxnSpPr>
          <p:cNvPr id="383" name="Google Shape;383;p19"/>
          <p:cNvCxnSpPr/>
          <p:nvPr/>
        </p:nvCxnSpPr>
        <p:spPr>
          <a:xfrm>
            <a:off x="1095971" y="1145001"/>
            <a:ext cx="1425934" cy="0"/>
          </a:xfrm>
          <a:prstGeom prst="straightConnector1">
            <a:avLst/>
          </a:prstGeom>
          <a:noFill/>
          <a:ln w="12700" cap="flat" cmpd="sng">
            <a:solidFill>
              <a:srgbClr val="4D4D4C"/>
            </a:solidFill>
            <a:prstDash val="solid"/>
            <a:miter lim="0"/>
            <a:headEnd type="none" w="sm" len="sm"/>
            <a:tailEnd type="none" w="sm" len="sm"/>
          </a:ln>
        </p:spPr>
      </p:cxnSp>
      <p:sp>
        <p:nvSpPr>
          <p:cNvPr id="384" name="Google Shape;384;p19"/>
          <p:cNvSpPr txBox="1"/>
          <p:nvPr/>
        </p:nvSpPr>
        <p:spPr>
          <a:xfrm>
            <a:off x="1095971" y="1359907"/>
            <a:ext cx="9419629" cy="4849404"/>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Tipo de negocio: </a:t>
            </a:r>
            <a:r>
              <a:rPr lang="es-CO" sz="1600" b="0" i="0" u="none" strike="noStrike" cap="none">
                <a:solidFill>
                  <a:srgbClr val="000000"/>
                </a:solidFill>
                <a:latin typeface="Times New Roman"/>
                <a:ea typeface="Times New Roman"/>
                <a:cs typeface="Times New Roman"/>
                <a:sym typeface="Times New Roman"/>
              </a:rPr>
              <a:t>Venta de bicicletas y sus repuestos, con servicio de mantenimiento.</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Cantidad de empleados: </a:t>
            </a:r>
            <a:r>
              <a:rPr lang="es-CO" sz="1600" b="0" i="0" u="none" strike="noStrike" cap="none">
                <a:solidFill>
                  <a:srgbClr val="000000"/>
                </a:solidFill>
                <a:latin typeface="Times New Roman"/>
                <a:ea typeface="Times New Roman"/>
                <a:cs typeface="Times New Roman"/>
                <a:sym typeface="Times New Roman"/>
              </a:rPr>
              <a:t>2</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Medios de comunicación: </a:t>
            </a:r>
            <a:r>
              <a:rPr lang="es-CO" sz="1600" b="0" i="0" u="none" strike="noStrike" cap="none">
                <a:solidFill>
                  <a:srgbClr val="000000"/>
                </a:solidFill>
                <a:latin typeface="Times New Roman"/>
                <a:ea typeface="Times New Roman"/>
                <a:cs typeface="Times New Roman"/>
                <a:sym typeface="Times New Roman"/>
              </a:rPr>
              <a:t>WhatsApp.</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ventas: </a:t>
            </a:r>
            <a:r>
              <a:rPr lang="es-CO" sz="1600" b="0" i="0" u="none" strike="noStrike" cap="none">
                <a:solidFill>
                  <a:srgbClr val="000000"/>
                </a:solidFill>
                <a:latin typeface="Times New Roman"/>
                <a:ea typeface="Times New Roman"/>
                <a:cs typeface="Times New Roman"/>
                <a:sym typeface="Times New Roman"/>
              </a:rPr>
              <a:t>De manera manual ingresando nombre y precio del producto vendido.</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productos: </a:t>
            </a:r>
            <a:r>
              <a:rPr lang="es-CO" sz="1600" b="0" i="0" u="none" strike="noStrike" cap="none">
                <a:solidFill>
                  <a:srgbClr val="000000"/>
                </a:solidFill>
                <a:latin typeface="Times New Roman"/>
                <a:ea typeface="Times New Roman"/>
                <a:cs typeface="Times New Roman"/>
                <a:sym typeface="Times New Roman"/>
              </a:rPr>
              <a:t>Se registra de manera manual, incluyendo precio de compra y venta.</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Clientes: </a:t>
            </a:r>
            <a:r>
              <a:rPr lang="es-CO" sz="1600" b="0" i="0" u="none" strike="noStrike" cap="none">
                <a:solidFill>
                  <a:srgbClr val="000000"/>
                </a:solidFill>
                <a:latin typeface="Times New Roman"/>
                <a:ea typeface="Times New Roman"/>
                <a:cs typeface="Times New Roman"/>
                <a:sym typeface="Times New Roman"/>
              </a:rPr>
              <a:t>Se atiende únicamente en el punto físico, mayormente el servicio más pedido es el de mantenimiento.</a:t>
            </a:r>
            <a:endParaRPr sz="1400" b="0" i="0" u="none" strike="noStrike" cap="none">
              <a:solidFill>
                <a:srgbClr val="000000"/>
              </a:solidFill>
              <a:latin typeface="Arial"/>
              <a:ea typeface="Arial"/>
              <a:cs typeface="Arial"/>
              <a:sym typeface="Arial"/>
            </a:endParaRPr>
          </a:p>
          <a:p>
            <a:pPr marL="0" marR="0" lvl="0" indent="450215" algn="just" rtl="0">
              <a:lnSpc>
                <a:spcPct val="15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Se identificaron diversos aspectos del negocio incluidos los datos generales y de funcionamiento de la empresa. Además, se hallaron varias problemáticas que el aplicativo podría solucionar.</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ventas: </a:t>
            </a:r>
            <a:r>
              <a:rPr lang="es-CO" sz="1600" b="0" i="0" u="none" strike="noStrike" cap="none">
                <a:solidFill>
                  <a:srgbClr val="000000"/>
                </a:solidFill>
                <a:latin typeface="Times New Roman"/>
                <a:ea typeface="Times New Roman"/>
                <a:cs typeface="Times New Roman"/>
                <a:sym typeface="Times New Roman"/>
              </a:rPr>
              <a:t>Implementar un registro de ventas, donde se agregue el nombre y precio del producto.</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productos: </a:t>
            </a:r>
            <a:r>
              <a:rPr lang="es-CO" sz="1600" b="0" i="0" u="none" strike="noStrike" cap="none">
                <a:solidFill>
                  <a:srgbClr val="000000"/>
                </a:solidFill>
                <a:latin typeface="Times New Roman"/>
                <a:ea typeface="Times New Roman"/>
                <a:cs typeface="Times New Roman"/>
                <a:sym typeface="Times New Roman"/>
              </a:rPr>
              <a:t>Agregar un módulo de gestión de inventario, que permita ingresar el nombre, precio de compra y venta, referencia y existencias.</a:t>
            </a:r>
            <a:r>
              <a:rPr lang="es-CO" sz="1600" b="1" i="0" u="none" strike="noStrike" cap="none">
                <a:solidFill>
                  <a:srgbClr val="000000"/>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Comunicación clientes: </a:t>
            </a:r>
            <a:r>
              <a:rPr lang="es-CO" sz="1600" b="0" i="0" u="none" strike="noStrike" cap="none">
                <a:solidFill>
                  <a:srgbClr val="000000"/>
                </a:solidFill>
                <a:latin typeface="Times New Roman"/>
                <a:ea typeface="Times New Roman"/>
                <a:cs typeface="Times New Roman"/>
                <a:sym typeface="Times New Roman"/>
              </a:rPr>
              <a:t>Mostrar redes sociales a través de la página web.</a:t>
            </a:r>
            <a:endParaRPr sz="1400" b="0" i="0" u="none" strike="noStrike" cap="none">
              <a:solidFill>
                <a:srgbClr val="000000"/>
              </a:solidFill>
              <a:latin typeface="Arial"/>
              <a:ea typeface="Arial"/>
              <a:cs typeface="Arial"/>
              <a:sym typeface="Arial"/>
            </a:endParaRPr>
          </a:p>
        </p:txBody>
      </p:sp>
      <p:pic>
        <p:nvPicPr>
          <p:cNvPr id="385" name="Google Shape;385;p19" descr="Imagen de Story Pin">
            <a:hlinkClick r:id="rId3"/>
          </p:cNvPr>
          <p:cNvPicPr preferRelativeResize="0"/>
          <p:nvPr/>
        </p:nvPicPr>
        <p:blipFill rotWithShape="1">
          <a:blip r:embed="rId4">
            <a:alphaModFix/>
          </a:blip>
          <a:srcRect/>
          <a:stretch/>
        </p:blipFill>
        <p:spPr>
          <a:xfrm>
            <a:off x="9805107" y="1698461"/>
            <a:ext cx="1348273" cy="1348273"/>
          </a:xfrm>
          <a:prstGeom prst="rect">
            <a:avLst/>
          </a:prstGeom>
          <a:noFill/>
          <a:ln>
            <a:noFill/>
          </a:ln>
        </p:spPr>
      </p:pic>
      <p:sp>
        <p:nvSpPr>
          <p:cNvPr id="386" name="Google Shape;386;p19"/>
          <p:cNvSpPr txBox="1"/>
          <p:nvPr/>
        </p:nvSpPr>
        <p:spPr>
          <a:xfrm>
            <a:off x="9862459" y="1252138"/>
            <a:ext cx="123357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CO" sz="1600" b="1" i="0" u="none" strike="noStrike" cap="none">
                <a:solidFill>
                  <a:srgbClr val="000000"/>
                </a:solidFill>
                <a:latin typeface="Times New Roman"/>
                <a:ea typeface="Times New Roman"/>
                <a:cs typeface="Times New Roman"/>
                <a:sym typeface="Times New Roman"/>
              </a:rPr>
              <a:t>Link Word</a:t>
            </a:r>
            <a:endParaRPr sz="1600" b="1" i="0" u="none" strike="noStrike" cap="none">
              <a:solidFill>
                <a:srgbClr val="000000"/>
              </a:solidFill>
              <a:latin typeface="Times New Roman"/>
              <a:ea typeface="Times New Roman"/>
              <a:cs typeface="Times New Roman"/>
              <a:sym typeface="Times New Roman"/>
            </a:endParaRPr>
          </a:p>
        </p:txBody>
      </p:sp>
      <p:pic>
        <p:nvPicPr>
          <p:cNvPr id="7" name="Google Shape;262;p2">
            <a:extLst>
              <a:ext uri="{FF2B5EF4-FFF2-40B4-BE49-F238E27FC236}">
                <a16:creationId xmlns:a16="http://schemas.microsoft.com/office/drawing/2014/main" id="{57082514-FB81-448C-BE25-9E3786AE6D21}"/>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0"/>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Informe Entrevista</a:t>
            </a:r>
            <a:endParaRPr sz="1400" b="0" i="0" u="none" strike="noStrike" cap="none">
              <a:solidFill>
                <a:srgbClr val="000000"/>
              </a:solidFill>
              <a:latin typeface="Arial"/>
              <a:ea typeface="Arial"/>
              <a:cs typeface="Arial"/>
              <a:sym typeface="Arial"/>
            </a:endParaRPr>
          </a:p>
        </p:txBody>
      </p:sp>
      <p:cxnSp>
        <p:nvCxnSpPr>
          <p:cNvPr id="392" name="Google Shape;392;p20"/>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sp>
        <p:nvSpPr>
          <p:cNvPr id="393" name="Google Shape;393;p20"/>
          <p:cNvSpPr txBox="1"/>
          <p:nvPr/>
        </p:nvSpPr>
        <p:spPr>
          <a:xfrm>
            <a:off x="974674" y="1401533"/>
            <a:ext cx="10596487" cy="4813497"/>
          </a:xfrm>
          <a:prstGeom prst="rect">
            <a:avLst/>
          </a:prstGeom>
          <a:noFill/>
          <a:ln>
            <a:noFill/>
          </a:ln>
        </p:spPr>
        <p:txBody>
          <a:bodyPr spcFirstLastPara="1" wrap="square" lIns="91425" tIns="45700" rIns="91425" bIns="45700" anchor="t" anchorCtr="0">
            <a:spAutoFit/>
          </a:bodyPr>
          <a:lstStyle/>
          <a:p>
            <a:pPr marL="0" marR="0" lvl="0" indent="360045" algn="just" rtl="0">
              <a:lnSpc>
                <a:spcPct val="10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Dirigida al administrador principal para </a:t>
            </a:r>
            <a:r>
              <a:rPr lang="es-CO" sz="1800" b="0" i="0" u="none" strike="noStrike" cap="none">
                <a:solidFill>
                  <a:srgbClr val="000000"/>
                </a:solidFill>
                <a:latin typeface="Times New Roman"/>
                <a:ea typeface="Times New Roman"/>
                <a:cs typeface="Times New Roman"/>
                <a:sym typeface="Times New Roman"/>
              </a:rPr>
              <a:t>conocer </a:t>
            </a:r>
            <a:r>
              <a:rPr lang="es-CO" sz="1600" b="0" i="0" u="none" strike="noStrike" cap="none">
                <a:solidFill>
                  <a:srgbClr val="000000"/>
                </a:solidFill>
                <a:latin typeface="Times New Roman"/>
                <a:ea typeface="Times New Roman"/>
                <a:cs typeface="Times New Roman"/>
                <a:sym typeface="Times New Roman"/>
              </a:rPr>
              <a:t>el funcionamiento actual de la empresa, identificar dificultades en los procesos y determinar cómo el aplicativo web puede optimizar la gestión del negocio y mejorar la experiencia de sus clientes.</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14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Se abastece cada 3-8 días.</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Dirigido principalmente: </a:t>
            </a:r>
            <a:r>
              <a:rPr lang="es-CO" sz="1600" b="0" i="0" u="none" strike="noStrike" cap="none">
                <a:solidFill>
                  <a:srgbClr val="000000"/>
                </a:solidFill>
                <a:latin typeface="Times New Roman"/>
                <a:ea typeface="Times New Roman"/>
                <a:cs typeface="Times New Roman"/>
                <a:sym typeface="Times New Roman"/>
              </a:rPr>
              <a:t>Administradores, pero también habrá secciones para clientes.</a:t>
            </a:r>
            <a:endParaRPr sz="1600" b="1"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Procesos manuales: </a:t>
            </a:r>
            <a:r>
              <a:rPr lang="es-CO" sz="1600" b="0" i="0" u="none" strike="noStrike" cap="none">
                <a:solidFill>
                  <a:srgbClr val="000000"/>
                </a:solidFill>
                <a:latin typeface="Times New Roman"/>
                <a:ea typeface="Times New Roman"/>
                <a:cs typeface="Times New Roman"/>
                <a:sym typeface="Times New Roman"/>
              </a:rPr>
              <a:t>Gestión inventario, ventas, facturación y cálculos de ganancias y de pago a empleados.</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Productos más vendidos: </a:t>
            </a:r>
            <a:r>
              <a:rPr lang="es-CO" sz="1600" b="0" i="0" u="none" strike="noStrike" cap="none">
                <a:solidFill>
                  <a:srgbClr val="000000"/>
                </a:solidFill>
                <a:latin typeface="Times New Roman"/>
                <a:ea typeface="Times New Roman"/>
                <a:cs typeface="Times New Roman"/>
                <a:sym typeface="Times New Roman"/>
              </a:rPr>
              <a:t>Pachas. descarriladores y cadenas.</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Gestión de inventario:</a:t>
            </a:r>
            <a:r>
              <a:rPr lang="es-CO" sz="1600" b="0" i="0" u="none" strike="noStrike" cap="none">
                <a:solidFill>
                  <a:srgbClr val="000000"/>
                </a:solidFill>
                <a:latin typeface="Times New Roman"/>
                <a:ea typeface="Times New Roman"/>
                <a:cs typeface="Times New Roman"/>
                <a:sym typeface="Times New Roman"/>
              </a:rPr>
              <a:t> Organizado de manera alfabética.</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Mayores proveedores: </a:t>
            </a:r>
            <a:r>
              <a:rPr lang="es-CO" sz="1600" b="0" i="0" u="none" strike="noStrike" cap="none">
                <a:solidFill>
                  <a:srgbClr val="000000"/>
                </a:solidFill>
                <a:latin typeface="Times New Roman"/>
                <a:ea typeface="Times New Roman"/>
                <a:cs typeface="Times New Roman"/>
                <a:sym typeface="Times New Roman"/>
              </a:rPr>
              <a:t>H.A, Jireth y Ciclopista.</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Medios de comunicación: </a:t>
            </a:r>
            <a:r>
              <a:rPr lang="es-CO" sz="1600" b="0" i="0" u="none" strike="noStrike" cap="none">
                <a:solidFill>
                  <a:srgbClr val="000000"/>
                </a:solidFill>
                <a:latin typeface="Times New Roman"/>
                <a:ea typeface="Times New Roman"/>
                <a:cs typeface="Times New Roman"/>
                <a:sym typeface="Times New Roman"/>
              </a:rPr>
              <a:t>WhatsApp.</a:t>
            </a:r>
            <a:endParaRPr sz="1400" b="0" i="0" u="none" strike="noStrike" cap="none">
              <a:solidFill>
                <a:srgbClr val="000000"/>
              </a:solidFill>
              <a:latin typeface="Arial"/>
              <a:ea typeface="Arial"/>
              <a:cs typeface="Arial"/>
              <a:sym typeface="Arial"/>
            </a:endParaRPr>
          </a:p>
          <a:p>
            <a:pPr marL="285750" marR="0" lvl="0" indent="-285750" algn="just" rtl="0">
              <a:lnSpc>
                <a:spcPct val="150000"/>
              </a:lnSpc>
              <a:spcBef>
                <a:spcPts val="0"/>
              </a:spcBef>
              <a:spcAft>
                <a:spcPts val="0"/>
              </a:spcAft>
              <a:buClr>
                <a:srgbClr val="000000"/>
              </a:buClr>
              <a:buSzPts val="1600"/>
              <a:buFont typeface="Arial"/>
              <a:buChar char="•"/>
            </a:pPr>
            <a:r>
              <a:rPr lang="es-CO" sz="1600" b="1" i="0" u="none" strike="noStrike" cap="none">
                <a:solidFill>
                  <a:srgbClr val="000000"/>
                </a:solidFill>
                <a:latin typeface="Times New Roman"/>
                <a:ea typeface="Times New Roman"/>
                <a:cs typeface="Times New Roman"/>
                <a:sym typeface="Times New Roman"/>
              </a:rPr>
              <a:t>Expectativas: </a:t>
            </a:r>
            <a:r>
              <a:rPr lang="es-CO" sz="1600" b="0" i="0" u="none" strike="noStrike" cap="none">
                <a:solidFill>
                  <a:srgbClr val="000000"/>
                </a:solidFill>
                <a:latin typeface="Times New Roman"/>
                <a:ea typeface="Times New Roman"/>
                <a:cs typeface="Times New Roman"/>
                <a:sym typeface="Times New Roman"/>
              </a:rPr>
              <a:t>Ahorro de tiempo y mayor orden.</a:t>
            </a:r>
            <a:endParaRPr sz="1400" b="0" i="0" u="none" strike="noStrike" cap="none">
              <a:solidFill>
                <a:srgbClr val="000000"/>
              </a:solidFill>
              <a:latin typeface="Arial"/>
              <a:ea typeface="Arial"/>
              <a:cs typeface="Arial"/>
              <a:sym typeface="Arial"/>
            </a:endParaRPr>
          </a:p>
          <a:p>
            <a:pPr marL="0" marR="0" lvl="0" indent="450215" algn="just" rtl="0">
              <a:lnSpc>
                <a:spcPct val="15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Mediante este instrumento de recolección de información se identificaron diversas dificultades que, a su vez, representan oportunidades de mejora. En este contexto, el aplicativo propuesto brindará una solución directa al transformar tareas manuales en flujos digitales más eficientes, optimizando así los procesos y contribuyendo a una gestión más ágil y organizada.</a:t>
            </a:r>
            <a:endParaRPr sz="1400" b="0" i="0" u="none" strike="noStrike" cap="none">
              <a:solidFill>
                <a:srgbClr val="000000"/>
              </a:solidFill>
              <a:latin typeface="Arial"/>
              <a:ea typeface="Arial"/>
              <a:cs typeface="Arial"/>
              <a:sym typeface="Arial"/>
            </a:endParaRPr>
          </a:p>
        </p:txBody>
      </p:sp>
      <p:pic>
        <p:nvPicPr>
          <p:cNvPr id="394" name="Google Shape;394;p20">
            <a:hlinkClick r:id="rId3"/>
          </p:cNvPr>
          <p:cNvPicPr preferRelativeResize="0"/>
          <p:nvPr/>
        </p:nvPicPr>
        <p:blipFill rotWithShape="1">
          <a:blip r:embed="rId4">
            <a:alphaModFix/>
          </a:blip>
          <a:srcRect l="3561" t="11473" b="3358"/>
          <a:stretch/>
        </p:blipFill>
        <p:spPr>
          <a:xfrm>
            <a:off x="8864082" y="3552261"/>
            <a:ext cx="1772816" cy="1565652"/>
          </a:xfrm>
          <a:prstGeom prst="rect">
            <a:avLst/>
          </a:prstGeom>
          <a:noFill/>
          <a:ln>
            <a:noFill/>
          </a:ln>
        </p:spPr>
      </p:pic>
      <p:sp>
        <p:nvSpPr>
          <p:cNvPr id="395" name="Google Shape;395;p20"/>
          <p:cNvSpPr txBox="1"/>
          <p:nvPr/>
        </p:nvSpPr>
        <p:spPr>
          <a:xfrm>
            <a:off x="8943392" y="3259723"/>
            <a:ext cx="1614196" cy="33855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s-CO" sz="1600" b="1" i="0" u="none" strike="noStrike" cap="none">
                <a:solidFill>
                  <a:srgbClr val="000000"/>
                </a:solidFill>
                <a:latin typeface="Times New Roman"/>
                <a:ea typeface="Times New Roman"/>
                <a:cs typeface="Times New Roman"/>
                <a:sym typeface="Times New Roman"/>
              </a:rPr>
              <a:t>Entrevista aquí</a:t>
            </a:r>
            <a:endParaRPr sz="1600" b="1" i="0" u="none" strike="noStrike" cap="none">
              <a:solidFill>
                <a:srgbClr val="000000"/>
              </a:solidFill>
              <a:latin typeface="Times New Roman"/>
              <a:ea typeface="Times New Roman"/>
              <a:cs typeface="Times New Roman"/>
              <a:sym typeface="Times New Roman"/>
            </a:endParaRPr>
          </a:p>
        </p:txBody>
      </p:sp>
      <p:pic>
        <p:nvPicPr>
          <p:cNvPr id="7" name="Google Shape;262;p2">
            <a:extLst>
              <a:ext uri="{FF2B5EF4-FFF2-40B4-BE49-F238E27FC236}">
                <a16:creationId xmlns:a16="http://schemas.microsoft.com/office/drawing/2014/main" id="{17BACA53-CEAE-460D-B569-F4BDCAD44DCB}"/>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21"/>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Encuesta</a:t>
            </a:r>
            <a:endParaRPr sz="1400" b="0" i="0" u="none" strike="noStrike" cap="none">
              <a:solidFill>
                <a:srgbClr val="000000"/>
              </a:solidFill>
              <a:latin typeface="Arial"/>
              <a:ea typeface="Arial"/>
              <a:cs typeface="Arial"/>
              <a:sym typeface="Arial"/>
            </a:endParaRPr>
          </a:p>
        </p:txBody>
      </p:sp>
      <p:cxnSp>
        <p:nvCxnSpPr>
          <p:cNvPr id="401" name="Google Shape;401;p21"/>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sp>
        <p:nvSpPr>
          <p:cNvPr id="402" name="Google Shape;402;p21"/>
          <p:cNvSpPr txBox="1"/>
          <p:nvPr/>
        </p:nvSpPr>
        <p:spPr>
          <a:xfrm>
            <a:off x="974674" y="1457959"/>
            <a:ext cx="10596487" cy="4757071"/>
          </a:xfrm>
          <a:prstGeom prst="rect">
            <a:avLst/>
          </a:prstGeom>
          <a:noFill/>
          <a:ln>
            <a:noFill/>
          </a:ln>
        </p:spPr>
        <p:txBody>
          <a:bodyPr spcFirstLastPara="1" wrap="square" lIns="91425" tIns="45700" rIns="91425" bIns="45700" anchor="t" anchorCtr="0">
            <a:spAutoFit/>
          </a:bodyPr>
          <a:lstStyle/>
          <a:p>
            <a:pPr marL="0" marR="0" lvl="0" indent="360045" algn="just" rtl="0">
              <a:lnSpc>
                <a:spcPct val="10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Esta encuesta está dirigida a los clientes con el objetivo de identificar sus hábitos de compra y sus preferencias. La información recopilada permitirá obtener datos relevantes que servirán como base para el desarrollo del aplicativo web.</a:t>
            </a:r>
            <a:endParaRPr sz="1400" b="0" i="0" u="none" strike="noStrike" cap="none">
              <a:solidFill>
                <a:srgbClr val="000000"/>
              </a:solidFill>
              <a:latin typeface="Arial"/>
              <a:ea typeface="Arial"/>
              <a:cs typeface="Arial"/>
              <a:sym typeface="Arial"/>
            </a:endParaRPr>
          </a:p>
          <a:p>
            <a:pPr marL="0" marR="0" lvl="0" indent="360045" algn="just" rtl="0">
              <a:lnSpc>
                <a:spcPct val="100000"/>
              </a:lnSpc>
              <a:spcBef>
                <a:spcPts val="60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Algunas de las preguntas son:</a:t>
            </a:r>
            <a:endParaRPr sz="1400" b="0" i="0" u="none" strike="noStrike" cap="none">
              <a:solidFill>
                <a:srgbClr val="000000"/>
              </a:solidFill>
              <a:latin typeface="Arial"/>
              <a:ea typeface="Arial"/>
              <a:cs typeface="Arial"/>
              <a:sym typeface="Arial"/>
            </a:endParaRPr>
          </a:p>
          <a:p>
            <a:pPr marL="0" marR="0" lvl="0" indent="360045" algn="just" rtl="0">
              <a:lnSpc>
                <a:spcPct val="100000"/>
              </a:lnSpc>
              <a:spcBef>
                <a:spcPts val="60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285750" marR="0" lvl="0" indent="-285750" algn="just" rtl="0">
              <a:lnSpc>
                <a:spcPct val="100000"/>
              </a:lnSpc>
              <a:spcBef>
                <a:spcPts val="6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¿Prefiere comprar en línea o en tienda física?</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¿Qué factor es más importante al comprar?</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¿Por cuál medio le gustaría recibir promociones, descuentos, avisos y demás?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¿Ha tenido inconvenientes con disponibilidad de productos?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¿Con que frecuencia compra bicicletas, repuestos o accesorios?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¿Desde qué dispositivo electrónico realiza compras en línea con más frecuencia?</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 ¿Qué aspecto le llamaría la atención para comprar más seguido en una página de venta de bicicletas?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1200"/>
              </a:spcBef>
              <a:spcAft>
                <a:spcPts val="0"/>
              </a:spcAft>
              <a:buClr>
                <a:srgbClr val="000000"/>
              </a:buClr>
              <a:buSzPts val="1600"/>
              <a:buFont typeface="Arial"/>
              <a:buChar char="•"/>
            </a:pPr>
            <a:r>
              <a:rPr lang="es-CO" sz="1600" b="0" i="0" u="none" strike="noStrike" cap="none">
                <a:solidFill>
                  <a:srgbClr val="000000"/>
                </a:solidFill>
                <a:latin typeface="Times New Roman"/>
                <a:ea typeface="Times New Roman"/>
                <a:cs typeface="Times New Roman"/>
                <a:sym typeface="Times New Roman"/>
              </a:rPr>
              <a:t>¿Es importante para usted ver las reseñas de otros clientes acerca de los productos?</a:t>
            </a:r>
            <a:endParaRPr sz="1400" b="0" i="0" u="none" strike="noStrike" cap="none">
              <a:solidFill>
                <a:srgbClr val="000000"/>
              </a:solidFill>
              <a:latin typeface="Arial"/>
              <a:ea typeface="Arial"/>
              <a:cs typeface="Arial"/>
              <a:sym typeface="Arial"/>
            </a:endParaRPr>
          </a:p>
          <a:p>
            <a:pPr marL="0" marR="0" lvl="0" indent="450215" algn="just" rtl="0">
              <a:lnSpc>
                <a:spcPct val="150000"/>
              </a:lnSpc>
              <a:spcBef>
                <a:spcPts val="60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p:txBody>
      </p:sp>
      <p:pic>
        <p:nvPicPr>
          <p:cNvPr id="403" name="Google Shape;403;p21">
            <a:hlinkClick r:id="rId3"/>
          </p:cNvPr>
          <p:cNvPicPr preferRelativeResize="0"/>
          <p:nvPr/>
        </p:nvPicPr>
        <p:blipFill rotWithShape="1">
          <a:blip r:embed="rId4">
            <a:alphaModFix/>
          </a:blip>
          <a:srcRect/>
          <a:stretch/>
        </p:blipFill>
        <p:spPr>
          <a:xfrm>
            <a:off x="8958326" y="2586909"/>
            <a:ext cx="2351114" cy="2351114"/>
          </a:xfrm>
          <a:prstGeom prst="rect">
            <a:avLst/>
          </a:prstGeom>
          <a:noFill/>
          <a:ln>
            <a:noFill/>
          </a:ln>
        </p:spPr>
      </p:pic>
      <p:sp>
        <p:nvSpPr>
          <p:cNvPr id="404" name="Google Shape;404;p21"/>
          <p:cNvSpPr txBox="1"/>
          <p:nvPr/>
        </p:nvSpPr>
        <p:spPr>
          <a:xfrm>
            <a:off x="9356271" y="2106386"/>
            <a:ext cx="1584710" cy="33855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s-CO" sz="1600" b="1" i="0" u="none" strike="noStrike" cap="none">
                <a:solidFill>
                  <a:srgbClr val="000000"/>
                </a:solidFill>
                <a:latin typeface="Times New Roman"/>
                <a:ea typeface="Times New Roman"/>
                <a:cs typeface="Times New Roman"/>
                <a:sym typeface="Times New Roman"/>
              </a:rPr>
              <a:t>Encuesta aquí</a:t>
            </a:r>
            <a:endParaRPr sz="1600" b="1" i="0" u="none" strike="noStrike" cap="none">
              <a:solidFill>
                <a:srgbClr val="000000"/>
              </a:solidFill>
              <a:latin typeface="Times New Roman"/>
              <a:ea typeface="Times New Roman"/>
              <a:cs typeface="Times New Roman"/>
              <a:sym typeface="Times New Roman"/>
            </a:endParaRPr>
          </a:p>
        </p:txBody>
      </p:sp>
      <p:pic>
        <p:nvPicPr>
          <p:cNvPr id="7" name="Google Shape;262;p2">
            <a:extLst>
              <a:ext uri="{FF2B5EF4-FFF2-40B4-BE49-F238E27FC236}">
                <a16:creationId xmlns:a16="http://schemas.microsoft.com/office/drawing/2014/main" id="{63218DF4-3C72-4E94-B240-AB026B790BB9}"/>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22"/>
          <p:cNvSpPr txBox="1"/>
          <p:nvPr/>
        </p:nvSpPr>
        <p:spPr>
          <a:xfrm>
            <a:off x="939045" y="870833"/>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Análisis</a:t>
            </a:r>
            <a:endParaRPr sz="1400" b="0" i="0" u="none" strike="noStrike" cap="none">
              <a:solidFill>
                <a:srgbClr val="000000"/>
              </a:solidFill>
              <a:latin typeface="Arial"/>
              <a:ea typeface="Arial"/>
              <a:cs typeface="Arial"/>
              <a:sym typeface="Arial"/>
            </a:endParaRPr>
          </a:p>
        </p:txBody>
      </p:sp>
      <p:cxnSp>
        <p:nvCxnSpPr>
          <p:cNvPr id="410" name="Google Shape;410;p22"/>
          <p:cNvCxnSpPr/>
          <p:nvPr/>
        </p:nvCxnSpPr>
        <p:spPr>
          <a:xfrm>
            <a:off x="1049318" y="1403544"/>
            <a:ext cx="1425934" cy="0"/>
          </a:xfrm>
          <a:prstGeom prst="straightConnector1">
            <a:avLst/>
          </a:prstGeom>
          <a:noFill/>
          <a:ln w="12700" cap="flat" cmpd="sng">
            <a:solidFill>
              <a:srgbClr val="4D4D4C"/>
            </a:solidFill>
            <a:prstDash val="solid"/>
            <a:miter lim="0"/>
            <a:headEnd type="none" w="sm" len="sm"/>
            <a:tailEnd type="none" w="sm" len="sm"/>
          </a:ln>
        </p:spPr>
      </p:cxnSp>
      <p:sp>
        <p:nvSpPr>
          <p:cNvPr id="411" name="Google Shape;411;p22"/>
          <p:cNvSpPr txBox="1"/>
          <p:nvPr/>
        </p:nvSpPr>
        <p:spPr>
          <a:xfrm>
            <a:off x="1049318" y="1845598"/>
            <a:ext cx="10324698" cy="2633413"/>
          </a:xfrm>
          <a:prstGeom prst="rect">
            <a:avLst/>
          </a:prstGeom>
          <a:noFill/>
          <a:ln>
            <a:noFill/>
          </a:ln>
        </p:spPr>
        <p:txBody>
          <a:bodyPr spcFirstLastPara="1" wrap="square" lIns="91425" tIns="45700" rIns="91425" bIns="45700" anchor="t" anchorCtr="0">
            <a:spAutoFit/>
          </a:bodyPr>
          <a:lstStyle/>
          <a:p>
            <a:pPr marL="0" marR="0" lvl="0" indent="450215" algn="just" rtl="0">
              <a:lnSpc>
                <a:spcPct val="150000"/>
              </a:lnSpc>
              <a:spcBef>
                <a:spcPts val="0"/>
              </a:spcBef>
              <a:spcAft>
                <a:spcPts val="0"/>
              </a:spcAft>
              <a:buClr>
                <a:srgbClr val="000000"/>
              </a:buClr>
              <a:buSzPts val="1600"/>
              <a:buFont typeface="Arial"/>
              <a:buNone/>
            </a:pPr>
            <a:r>
              <a:rPr lang="es-CO" sz="1600" b="0" i="0" u="none" strike="noStrike" cap="none">
                <a:solidFill>
                  <a:srgbClr val="000000"/>
                </a:solidFill>
                <a:latin typeface="Times New Roman"/>
                <a:ea typeface="Times New Roman"/>
                <a:cs typeface="Times New Roman"/>
                <a:sym typeface="Times New Roman"/>
              </a:rPr>
              <a:t>El análisis del negocio evidenció que algunos procesos, como la gestión del inventario y el registro de ventas, se realizan de forma manual, lo que puede ocasionar errores, pérdida de información y dificultades para mantener un control actualizado. Como solución, se propone implementar un panel de administración que permita gestionar el inventario de manera organizada y registrar las ventas diariamente, facilitando conocer la disponibilidad de productos y los artículos más vendidos. Además, se identificó que el negocio solo cuenta con un canal de comunicación con los clientes. Para mejorar la atención, se plantea ampliar los canales mediante el uso de más redes sociales y el aplicativo que se desarrollará, permitiendo una interacción más rápida y eficiente.</a:t>
            </a:r>
            <a:endParaRPr sz="1400" b="0" i="0" u="none" strike="noStrike" cap="none">
              <a:solidFill>
                <a:srgbClr val="000000"/>
              </a:solidFill>
              <a:latin typeface="Arial"/>
              <a:ea typeface="Arial"/>
              <a:cs typeface="Arial"/>
              <a:sym typeface="Arial"/>
            </a:endParaRPr>
          </a:p>
        </p:txBody>
      </p:sp>
      <p:pic>
        <p:nvPicPr>
          <p:cNvPr id="412" name="Google Shape;412;p22"/>
          <p:cNvPicPr preferRelativeResize="0"/>
          <p:nvPr/>
        </p:nvPicPr>
        <p:blipFill rotWithShape="1">
          <a:blip r:embed="rId3">
            <a:alphaModFix/>
          </a:blip>
          <a:srcRect/>
          <a:stretch/>
        </p:blipFill>
        <p:spPr>
          <a:xfrm>
            <a:off x="5028161" y="4479011"/>
            <a:ext cx="2135678" cy="2135678"/>
          </a:xfrm>
          <a:prstGeom prst="rect">
            <a:avLst/>
          </a:prstGeom>
          <a:noFill/>
          <a:ln>
            <a:noFill/>
          </a:ln>
        </p:spPr>
      </p:pic>
      <p:pic>
        <p:nvPicPr>
          <p:cNvPr id="6" name="Google Shape;262;p2">
            <a:extLst>
              <a:ext uri="{FF2B5EF4-FFF2-40B4-BE49-F238E27FC236}">
                <a16:creationId xmlns:a16="http://schemas.microsoft.com/office/drawing/2014/main" id="{46AE9EA7-9F41-49C9-ACBC-AE6F70DF32C7}"/>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6"/>
        <p:cNvGrpSpPr/>
        <p:nvPr/>
      </p:nvGrpSpPr>
      <p:grpSpPr>
        <a:xfrm>
          <a:off x="0" y="0"/>
          <a:ext cx="0" cy="0"/>
          <a:chOff x="0" y="0"/>
          <a:chExt cx="0" cy="0"/>
        </a:xfrm>
      </p:grpSpPr>
      <p:sp>
        <p:nvSpPr>
          <p:cNvPr id="417" name="Google Shape;417;p103"/>
          <p:cNvSpPr txBox="1"/>
          <p:nvPr/>
        </p:nvSpPr>
        <p:spPr>
          <a:xfrm>
            <a:off x="2523547" y="2539470"/>
            <a:ext cx="7144905"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REQUERIMIENTOS</a:t>
            </a:r>
            <a:endParaRPr sz="1400" b="0" i="0" u="none" strike="noStrike" cap="none">
              <a:solidFill>
                <a:srgbClr val="000000"/>
              </a:solidFill>
              <a:latin typeface="Arial"/>
              <a:ea typeface="Arial"/>
              <a:cs typeface="Arial"/>
              <a:sym typeface="Arial"/>
            </a:endParaRPr>
          </a:p>
        </p:txBody>
      </p:sp>
      <p:cxnSp>
        <p:nvCxnSpPr>
          <p:cNvPr id="418" name="Google Shape;418;p103"/>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24"/>
          <p:cNvSpPr txBox="1"/>
          <p:nvPr/>
        </p:nvSpPr>
        <p:spPr>
          <a:xfrm>
            <a:off x="887261" y="207169"/>
            <a:ext cx="676434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sng" strike="noStrike" cap="none">
                <a:solidFill>
                  <a:srgbClr val="38AA0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Requerimientos</a:t>
            </a:r>
            <a:r>
              <a:rPr lang="es-CO" sz="3600" b="1" i="0" u="sng" strike="noStrike" cap="none">
                <a:solidFill>
                  <a:srgbClr val="00B05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 </a:t>
            </a:r>
            <a:r>
              <a:rPr lang="es-CO" sz="3600" b="1" i="0" u="sng" strike="noStrike" cap="none">
                <a:solidFill>
                  <a:srgbClr val="38AA0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Funcionales</a:t>
            </a:r>
            <a:endParaRPr sz="3600" b="1" i="0" u="none" strike="noStrike" cap="none">
              <a:solidFill>
                <a:srgbClr val="38AA00"/>
              </a:solidFill>
              <a:latin typeface="Work Sans"/>
              <a:ea typeface="Work Sans"/>
              <a:cs typeface="Work Sans"/>
              <a:sym typeface="Work Sans"/>
            </a:endParaRPr>
          </a:p>
        </p:txBody>
      </p:sp>
      <p:cxnSp>
        <p:nvCxnSpPr>
          <p:cNvPr id="424" name="Google Shape;424;p24"/>
          <p:cNvCxnSpPr/>
          <p:nvPr/>
        </p:nvCxnSpPr>
        <p:spPr>
          <a:xfrm>
            <a:off x="981206" y="730864"/>
            <a:ext cx="1425934" cy="0"/>
          </a:xfrm>
          <a:prstGeom prst="straightConnector1">
            <a:avLst/>
          </a:prstGeom>
          <a:noFill/>
          <a:ln w="12700" cap="flat" cmpd="sng">
            <a:solidFill>
              <a:srgbClr val="4D4D4C"/>
            </a:solidFill>
            <a:prstDash val="solid"/>
            <a:miter lim="0"/>
            <a:headEnd type="none" w="sm" len="sm"/>
            <a:tailEnd type="none" w="sm" len="sm"/>
          </a:ln>
        </p:spPr>
      </p:cxnSp>
      <p:graphicFrame>
        <p:nvGraphicFramePr>
          <p:cNvPr id="425" name="Google Shape;425;p24"/>
          <p:cNvGraphicFramePr/>
          <p:nvPr>
            <p:extLst>
              <p:ext uri="{D42A27DB-BD31-4B8C-83A1-F6EECF244321}">
                <p14:modId xmlns:p14="http://schemas.microsoft.com/office/powerpoint/2010/main" val="814639490"/>
              </p:ext>
            </p:extLst>
          </p:nvPr>
        </p:nvGraphicFramePr>
        <p:xfrm>
          <a:off x="265334" y="802127"/>
          <a:ext cx="11380326" cy="5986853"/>
        </p:xfrm>
        <a:graphic>
          <a:graphicData uri="http://schemas.openxmlformats.org/drawingml/2006/table">
            <a:tbl>
              <a:tblPr firstRow="1" bandRow="1">
                <a:noFill/>
                <a:tableStyleId>{387CD129-A7B3-449A-AA17-BAFD85CA9925}</a:tableStyleId>
              </a:tblPr>
              <a:tblGrid>
                <a:gridCol w="5690163">
                  <a:extLst>
                    <a:ext uri="{9D8B030D-6E8A-4147-A177-3AD203B41FA5}">
                      <a16:colId xmlns:a16="http://schemas.microsoft.com/office/drawing/2014/main" val="20000"/>
                    </a:ext>
                  </a:extLst>
                </a:gridCol>
                <a:gridCol w="5690163">
                  <a:extLst>
                    <a:ext uri="{9D8B030D-6E8A-4147-A177-3AD203B41FA5}">
                      <a16:colId xmlns:a16="http://schemas.microsoft.com/office/drawing/2014/main" val="20001"/>
                    </a:ext>
                  </a:extLst>
                </a:gridCol>
              </a:tblGrid>
              <a:tr h="507257">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RF1. El sistema debe permitir registrar un usuario administrador.</a:t>
                      </a:r>
                      <a:endParaRPr sz="1350" b="1" u="none" strike="noStrike" cap="none" dirty="0">
                        <a:solidFill>
                          <a:schemeClr val="dk1"/>
                        </a:solidFill>
                        <a:latin typeface="Calibri"/>
                        <a:ea typeface="Calibri"/>
                        <a:cs typeface="Calibri"/>
                        <a:sym typeface="Calibri"/>
                      </a:endParaRPr>
                    </a:p>
                  </a:txBody>
                  <a:tcPr marL="91450" marR="91450" marT="45725" marB="45725">
                    <a:solidFill>
                      <a:srgbClr val="E8F3E1"/>
                    </a:solidFill>
                  </a:tcPr>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RF13. El sistema debe permitir mostrar el catálogo de productos en la página web al usuario.</a:t>
                      </a:r>
                      <a:endParaRPr sz="1400" u="none" strike="noStrike" cap="none" dirty="0"/>
                    </a:p>
                  </a:txBody>
                  <a:tcPr marL="91450" marR="91450" marT="45725" marB="45725">
                    <a:solidFill>
                      <a:srgbClr val="E1EFD8"/>
                    </a:solidFill>
                  </a:tcPr>
                </a:tc>
                <a:extLst>
                  <a:ext uri="{0D108BD9-81ED-4DB2-BD59-A6C34878D82A}">
                    <a16:rowId xmlns:a16="http://schemas.microsoft.com/office/drawing/2014/main" val="10000"/>
                  </a:ext>
                </a:extLst>
              </a:tr>
              <a:tr h="533322">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RF2. El sistema debe permitir iniciar sesión al administrador mediante usuario y contraseña.</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RF14. El sistema debe permitir mostrar descripción de cada producto al usuario.</a:t>
                      </a:r>
                      <a:endParaRPr sz="1400" u="none" strike="noStrike" cap="none" dirty="0"/>
                    </a:p>
                  </a:txBody>
                  <a:tcPr marL="91450" marR="91450" marT="45725" marB="45725"/>
                </a:tc>
                <a:extLst>
                  <a:ext uri="{0D108BD9-81ED-4DB2-BD59-A6C34878D82A}">
                    <a16:rowId xmlns:a16="http://schemas.microsoft.com/office/drawing/2014/main" val="10001"/>
                  </a:ext>
                </a:extLst>
              </a:tr>
              <a:tr h="380961">
                <a:tc>
                  <a:txBody>
                    <a:bodyPr/>
                    <a:lstStyle/>
                    <a:p>
                      <a:pPr marL="0" marR="0" lvl="0" indent="0" algn="l" rtl="0">
                        <a:lnSpc>
                          <a:spcPct val="100000"/>
                        </a:lnSpc>
                        <a:spcBef>
                          <a:spcPts val="0"/>
                        </a:spcBef>
                        <a:spcAft>
                          <a:spcPts val="0"/>
                        </a:spcAft>
                        <a:buClr>
                          <a:schemeClr val="dk1"/>
                        </a:buClr>
                        <a:buSzPts val="1350"/>
                        <a:buFont typeface="Calibri"/>
                        <a:buNone/>
                      </a:pPr>
                      <a:r>
                        <a:rPr lang="es-CO" sz="1350" b="1" u="none" strike="noStrike" cap="none" dirty="0">
                          <a:solidFill>
                            <a:schemeClr val="dk1"/>
                          </a:solidFill>
                          <a:latin typeface="Calibri"/>
                          <a:ea typeface="Calibri"/>
                          <a:cs typeface="Calibri"/>
                          <a:sym typeface="Calibri"/>
                        </a:rPr>
                        <a:t>RF3. El sistema debe permitir al usuario cerrar sesión del sistema.</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RF15. El sistema debe permitir mostrar el precio de los productos al usuario.</a:t>
                      </a:r>
                      <a:endParaRPr sz="1400" u="none" strike="noStrike" cap="none" dirty="0"/>
                    </a:p>
                  </a:txBody>
                  <a:tcPr marL="91450" marR="91450" marT="45725" marB="45725"/>
                </a:tc>
                <a:extLst>
                  <a:ext uri="{0D108BD9-81ED-4DB2-BD59-A6C34878D82A}">
                    <a16:rowId xmlns:a16="http://schemas.microsoft.com/office/drawing/2014/main" val="10002"/>
                  </a:ext>
                </a:extLst>
              </a:tr>
              <a:tr h="507257">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RF4. El sistema debe permitir al administrador registrar productos (bicicletas y repuestos).</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RF16. El sistema debe permitir mostrar imágenes de los productos al usuario.</a:t>
                      </a:r>
                      <a:endParaRPr sz="1400" u="none" strike="noStrike" cap="none" dirty="0"/>
                    </a:p>
                  </a:txBody>
                  <a:tcPr marL="91450" marR="91450" marT="45725" marB="45725"/>
                </a:tc>
                <a:extLst>
                  <a:ext uri="{0D108BD9-81ED-4DB2-BD59-A6C34878D82A}">
                    <a16:rowId xmlns:a16="http://schemas.microsoft.com/office/drawing/2014/main" val="10003"/>
                  </a:ext>
                </a:extLst>
              </a:tr>
              <a:tr h="507257">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RF5. El sistema debe permitir al administrador editar la información de los productos.</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RF17. El sistema debe permitir mostrar si el producto está disponible o agotado al usuario.</a:t>
                      </a:r>
                      <a:endParaRPr sz="1400" u="none" strike="noStrike" cap="none" dirty="0"/>
                    </a:p>
                  </a:txBody>
                  <a:tcPr marL="91450" marR="91450" marT="45725" marB="45725"/>
                </a:tc>
                <a:extLst>
                  <a:ext uri="{0D108BD9-81ED-4DB2-BD59-A6C34878D82A}">
                    <a16:rowId xmlns:a16="http://schemas.microsoft.com/office/drawing/2014/main" val="10004"/>
                  </a:ext>
                </a:extLst>
              </a:tr>
              <a:tr h="507257">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RF6. El sistema debe permitir al administrador eliminar productos del inventario.</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RF18. El sistema debe permitir redirigir al cliente a WhatsApp para consultas o compras.</a:t>
                      </a:r>
                      <a:endParaRPr sz="1400" u="none" strike="noStrike" cap="none" dirty="0"/>
                    </a:p>
                  </a:txBody>
                  <a:tcPr marL="91450" marR="91450" marT="45725" marB="45725"/>
                </a:tc>
                <a:extLst>
                  <a:ext uri="{0D108BD9-81ED-4DB2-BD59-A6C34878D82A}">
                    <a16:rowId xmlns:a16="http://schemas.microsoft.com/office/drawing/2014/main" val="10005"/>
                  </a:ext>
                </a:extLst>
              </a:tr>
              <a:tr h="507257">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RF7. El sistema debe permitir al administrador visualizar todos los productos registrados.</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chemeClr val="dk1"/>
                        </a:buClr>
                        <a:buSzPts val="1350"/>
                        <a:buFont typeface="Calibri"/>
                        <a:buNone/>
                      </a:pPr>
                      <a:r>
                        <a:rPr lang="es-CO" sz="1350" b="1" u="none" strike="noStrike" cap="none" dirty="0">
                          <a:solidFill>
                            <a:schemeClr val="dk1"/>
                          </a:solidFill>
                          <a:latin typeface="Calibri"/>
                          <a:ea typeface="Calibri"/>
                          <a:cs typeface="Calibri"/>
                          <a:sym typeface="Calibri"/>
                        </a:rPr>
                        <a:t>RF19. El sistema debe permitir mostrar al usuario enlaces a redes sociales del negocio.</a:t>
                      </a:r>
                      <a:endParaRPr sz="1350" b="1" u="none" strike="noStrike" cap="none"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6"/>
                  </a:ext>
                </a:extLst>
              </a:tr>
              <a:tr h="507257">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RF8. El sistema debe permitir al administrador ordenar los productos alfabéticamente.</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RF20. El sistema debe permitir registrar al administrador los empleados del negocio.</a:t>
                      </a:r>
                      <a:endParaRPr sz="1400" u="none" strike="noStrike" cap="none" dirty="0"/>
                    </a:p>
                  </a:txBody>
                  <a:tcPr marL="91450" marR="91450" marT="45725" marB="45725"/>
                </a:tc>
                <a:extLst>
                  <a:ext uri="{0D108BD9-81ED-4DB2-BD59-A6C34878D82A}">
                    <a16:rowId xmlns:a16="http://schemas.microsoft.com/office/drawing/2014/main" val="10007"/>
                  </a:ext>
                </a:extLst>
              </a:tr>
              <a:tr h="507257">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RF9. El sistema debe permitir al usuario buscar productos por nombre.</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RF21. El sistema debe permitir registrar las horas trabajadas por cada empleado.</a:t>
                      </a:r>
                      <a:endParaRPr sz="1400" u="none" strike="noStrike" cap="none" dirty="0"/>
                    </a:p>
                  </a:txBody>
                  <a:tcPr marL="91450" marR="91450" marT="45725" marB="45725"/>
                </a:tc>
                <a:extLst>
                  <a:ext uri="{0D108BD9-81ED-4DB2-BD59-A6C34878D82A}">
                    <a16:rowId xmlns:a16="http://schemas.microsoft.com/office/drawing/2014/main" val="10008"/>
                  </a:ext>
                </a:extLst>
              </a:tr>
              <a:tr h="507257">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RF10. El sistema debe permitir al administrador o empleado clasificar productos por categoría (bicicletas, repuestos, accesorios).</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RF22. El sistema debe permitir calcular el pago de los empleados según horas trabajadas.</a:t>
                      </a:r>
                      <a:endParaRPr sz="1400" u="none" strike="noStrike" cap="none" dirty="0"/>
                    </a:p>
                  </a:txBody>
                  <a:tcPr marL="91450" marR="91450" marT="45725" marB="45725"/>
                </a:tc>
                <a:extLst>
                  <a:ext uri="{0D108BD9-81ED-4DB2-BD59-A6C34878D82A}">
                    <a16:rowId xmlns:a16="http://schemas.microsoft.com/office/drawing/2014/main" val="10009"/>
                  </a:ext>
                </a:extLst>
              </a:tr>
              <a:tr h="507257">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RF11. El sistema debe permitir al administrador registrar la cantidad disponible de cada producto.</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chemeClr val="dk1"/>
                        </a:buClr>
                        <a:buSzPts val="1350"/>
                        <a:buFont typeface="Calibri"/>
                        <a:buNone/>
                      </a:pPr>
                      <a:r>
                        <a:rPr lang="es-CO" sz="1350" b="1" u="none" strike="noStrike" cap="none" dirty="0">
                          <a:solidFill>
                            <a:schemeClr val="dk1"/>
                          </a:solidFill>
                          <a:latin typeface="Calibri"/>
                          <a:ea typeface="Calibri"/>
                          <a:cs typeface="Calibri"/>
                          <a:sym typeface="Calibri"/>
                        </a:rPr>
                        <a:t>RF23. El sistema debe permitir consultar el historial de horas trabajadas por empleado.</a:t>
                      </a:r>
                      <a:endParaRPr sz="1350" b="1" u="none" strike="noStrike" cap="none"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10"/>
                  </a:ext>
                </a:extLst>
              </a:tr>
              <a:tr h="507257">
                <a:tc>
                  <a:txBody>
                    <a:bodyPr/>
                    <a:lstStyle/>
                    <a:p>
                      <a:pPr marL="0" marR="0" lvl="0" indent="0" algn="l" rtl="0">
                        <a:lnSpc>
                          <a:spcPct val="100000"/>
                        </a:lnSpc>
                        <a:spcBef>
                          <a:spcPts val="0"/>
                        </a:spcBef>
                        <a:spcAft>
                          <a:spcPts val="0"/>
                        </a:spcAft>
                        <a:buClr>
                          <a:srgbClr val="000000"/>
                        </a:buClr>
                        <a:buSzPts val="1350"/>
                        <a:buFont typeface="Arial"/>
                        <a:buNone/>
                      </a:pPr>
                      <a:r>
                        <a:rPr lang="es-CO" sz="1350" b="1" u="none" strike="noStrike" cap="none" dirty="0">
                          <a:solidFill>
                            <a:schemeClr val="dk1"/>
                          </a:solidFill>
                          <a:latin typeface="Calibri"/>
                          <a:ea typeface="Calibri"/>
                          <a:cs typeface="Calibri"/>
                          <a:sym typeface="Calibri"/>
                        </a:rPr>
                        <a:t>RF12. El sistema debe permitir actualizar el stock cuando se agreguen o retiren productos.</a:t>
                      </a:r>
                      <a:endParaRPr sz="1400" u="none" strike="noStrike" cap="none" dirty="0"/>
                    </a:p>
                  </a:txBody>
                  <a:tcPr marL="91450" marR="91450" marT="45725" marB="45725"/>
                </a:tc>
                <a:tc>
                  <a:txBody>
                    <a:bodyPr/>
                    <a:lstStyle/>
                    <a:p>
                      <a:pPr marL="0" marR="0" lvl="0" indent="0" algn="l" rtl="0">
                        <a:lnSpc>
                          <a:spcPct val="100000"/>
                        </a:lnSpc>
                        <a:spcBef>
                          <a:spcPts val="0"/>
                        </a:spcBef>
                        <a:spcAft>
                          <a:spcPts val="0"/>
                        </a:spcAft>
                        <a:buClr>
                          <a:schemeClr val="dk1"/>
                        </a:buClr>
                        <a:buSzPts val="1350"/>
                        <a:buFont typeface="Calibri"/>
                        <a:buNone/>
                      </a:pPr>
                      <a:r>
                        <a:rPr lang="es-CO" sz="1350" b="1" u="none" strike="noStrike" cap="none" dirty="0">
                          <a:solidFill>
                            <a:schemeClr val="dk1"/>
                          </a:solidFill>
                          <a:latin typeface="Calibri"/>
                          <a:ea typeface="Calibri"/>
                          <a:cs typeface="Calibri"/>
                          <a:sym typeface="Calibri"/>
                        </a:rPr>
                        <a:t>RF24. El sistema debe permitir editar la información de los empleados registrados.</a:t>
                      </a:r>
                      <a:endParaRPr sz="1350" b="1" u="none" strike="noStrike" cap="none" dirty="0">
                        <a:solidFill>
                          <a:schemeClr val="dk1"/>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11"/>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25"/>
          <p:cNvSpPr txBox="1"/>
          <p:nvPr/>
        </p:nvSpPr>
        <p:spPr>
          <a:xfrm>
            <a:off x="678207" y="315020"/>
            <a:ext cx="8075268"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sng" strike="noStrike" cap="none">
                <a:solidFill>
                  <a:srgbClr val="38AA0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Requerimientos No Funcionales</a:t>
            </a:r>
            <a:endParaRPr sz="3600" b="1" i="0" u="none" strike="noStrike" cap="none">
              <a:solidFill>
                <a:srgbClr val="38AA00"/>
              </a:solidFill>
              <a:latin typeface="Work Sans"/>
              <a:ea typeface="Work Sans"/>
              <a:cs typeface="Work Sans"/>
              <a:sym typeface="Work Sans"/>
            </a:endParaRPr>
          </a:p>
        </p:txBody>
      </p:sp>
      <p:cxnSp>
        <p:nvCxnSpPr>
          <p:cNvPr id="431" name="Google Shape;431;p25"/>
          <p:cNvCxnSpPr/>
          <p:nvPr/>
        </p:nvCxnSpPr>
        <p:spPr>
          <a:xfrm>
            <a:off x="799152" y="902287"/>
            <a:ext cx="1425934" cy="0"/>
          </a:xfrm>
          <a:prstGeom prst="straightConnector1">
            <a:avLst/>
          </a:prstGeom>
          <a:noFill/>
          <a:ln w="12700" cap="flat" cmpd="sng">
            <a:solidFill>
              <a:srgbClr val="4D4D4C"/>
            </a:solidFill>
            <a:prstDash val="solid"/>
            <a:miter lim="0"/>
            <a:headEnd type="none" w="sm" len="sm"/>
            <a:tailEnd type="none" w="sm" len="sm"/>
          </a:ln>
        </p:spPr>
      </p:cxnSp>
      <p:graphicFrame>
        <p:nvGraphicFramePr>
          <p:cNvPr id="432" name="Google Shape;432;p25"/>
          <p:cNvGraphicFramePr/>
          <p:nvPr/>
        </p:nvGraphicFramePr>
        <p:xfrm>
          <a:off x="518173" y="954940"/>
          <a:ext cx="11155650" cy="5844800"/>
        </p:xfrm>
        <a:graphic>
          <a:graphicData uri="http://schemas.openxmlformats.org/drawingml/2006/table">
            <a:tbl>
              <a:tblPr firstRow="1" bandRow="1">
                <a:noFill/>
                <a:tableStyleId>{387CD129-A7B3-449A-AA17-BAFD85CA9925}</a:tableStyleId>
              </a:tblPr>
              <a:tblGrid>
                <a:gridCol w="5654525">
                  <a:extLst>
                    <a:ext uri="{9D8B030D-6E8A-4147-A177-3AD203B41FA5}">
                      <a16:colId xmlns:a16="http://schemas.microsoft.com/office/drawing/2014/main" val="20000"/>
                    </a:ext>
                  </a:extLst>
                </a:gridCol>
                <a:gridCol w="5501125">
                  <a:extLst>
                    <a:ext uri="{9D8B030D-6E8A-4147-A177-3AD203B41FA5}">
                      <a16:colId xmlns:a16="http://schemas.microsoft.com/office/drawing/2014/main" val="20001"/>
                    </a:ext>
                  </a:extLst>
                </a:gridCol>
              </a:tblGrid>
              <a:tr h="500675">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 El sistema debe ser comprensible para usuarios sin conocimientos técnicos.</a:t>
                      </a:r>
                      <a:endParaRPr sz="1450" b="1" u="none" strike="noStrike" cap="none">
                        <a:solidFill>
                          <a:schemeClr val="dk1"/>
                        </a:solidFill>
                        <a:latin typeface="Calibri"/>
                        <a:ea typeface="Calibri"/>
                        <a:cs typeface="Calibri"/>
                        <a:sym typeface="Calibri"/>
                      </a:endParaRPr>
                    </a:p>
                  </a:txBody>
                  <a:tcPr marL="91450" marR="91450" marT="45725" marB="45725">
                    <a:solidFill>
                      <a:srgbClr val="E1EFD8"/>
                    </a:solidFill>
                  </a:tcPr>
                </a:tc>
                <a:tc>
                  <a:txBody>
                    <a:bodyPr/>
                    <a:lstStyle/>
                    <a:p>
                      <a:pPr marL="0" marR="0" lvl="0" indent="0" algn="l" rtl="0">
                        <a:lnSpc>
                          <a:spcPct val="100000"/>
                        </a:lnSpc>
                        <a:spcBef>
                          <a:spcPts val="0"/>
                        </a:spcBef>
                        <a:spcAft>
                          <a:spcPts val="0"/>
                        </a:spcAft>
                        <a:buClr>
                          <a:schemeClr val="dk1"/>
                        </a:buClr>
                        <a:buSzPts val="1450"/>
                        <a:buFont typeface="Calibri"/>
                        <a:buNone/>
                      </a:pPr>
                      <a:r>
                        <a:rPr lang="es-CO" sz="1450" b="1" u="none" strike="noStrike" cap="none">
                          <a:solidFill>
                            <a:schemeClr val="dk1"/>
                          </a:solidFill>
                          <a:latin typeface="Calibri"/>
                          <a:ea typeface="Calibri"/>
                          <a:cs typeface="Calibri"/>
                          <a:sym typeface="Calibri"/>
                        </a:rPr>
                        <a:t>RNF12. El sistema debe ser compatible con Chrome, Edge y Firefox.</a:t>
                      </a:r>
                      <a:endParaRPr sz="1400" u="none" strike="noStrike" cap="none"/>
                    </a:p>
                  </a:txBody>
                  <a:tcPr marL="91450" marR="91450" marT="45725" marB="45725">
                    <a:solidFill>
                      <a:srgbClr val="E1EFD8"/>
                    </a:solidFill>
                  </a:tcPr>
                </a:tc>
                <a:extLst>
                  <a:ext uri="{0D108BD9-81ED-4DB2-BD59-A6C34878D82A}">
                    <a16:rowId xmlns:a16="http://schemas.microsoft.com/office/drawing/2014/main" val="10000"/>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RNF2. La profundidad de clics para llegar a un producto no debe ser mayor a 3 clics.</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RNF13. El sistema debe permitir actualizar fácilmente la información del negocio.</a:t>
                      </a:r>
                      <a:endParaRPr sz="1400" u="none" strike="noStrike" cap="none"/>
                    </a:p>
                  </a:txBody>
                  <a:tcPr marL="91450" marR="91450" marT="45725" marB="45725"/>
                </a:tc>
                <a:extLst>
                  <a:ext uri="{0D108BD9-81ED-4DB2-BD59-A6C34878D82A}">
                    <a16:rowId xmlns:a16="http://schemas.microsoft.com/office/drawing/2014/main" val="10001"/>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RNF3. El sistema debe cargar cada página en menos de 3 segundos.</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RNF14. El sistema debe permitir realizar mantenimiento sin afectar los datos.</a:t>
                      </a:r>
                      <a:endParaRPr sz="1400" u="none" strike="noStrike" cap="none"/>
                    </a:p>
                  </a:txBody>
                  <a:tcPr marL="91450" marR="91450" marT="45725" marB="45725"/>
                </a:tc>
                <a:extLst>
                  <a:ext uri="{0D108BD9-81ED-4DB2-BD59-A6C34878D82A}">
                    <a16:rowId xmlns:a16="http://schemas.microsoft.com/office/drawing/2014/main" val="10002"/>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RNF4. Permitir filtrado de productos por nombre y categoría.</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RNF15. El sistema debe permitir agregar nuevos productos sin afectar el rendimiento.</a:t>
                      </a:r>
                      <a:endParaRPr sz="1400" u="none" strike="noStrike" cap="none"/>
                    </a:p>
                  </a:txBody>
                  <a:tcPr marL="91450" marR="91450" marT="45725" marB="45725"/>
                </a:tc>
                <a:extLst>
                  <a:ext uri="{0D108BD9-81ED-4DB2-BD59-A6C34878D82A}">
                    <a16:rowId xmlns:a16="http://schemas.microsoft.com/office/drawing/2014/main" val="10003"/>
                  </a:ext>
                </a:extLst>
              </a:tr>
              <a:tr h="500675">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RNF5. El sistema debe proteger el acceso mediante usuario y contraseña.</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RNF16. El sistema debe permitir agregar más empleados al sistema.</a:t>
                      </a:r>
                      <a:endParaRPr sz="1400" u="none" strike="noStrike" cap="none"/>
                    </a:p>
                  </a:txBody>
                  <a:tcPr marL="91450" marR="91450" marT="45725" marB="45725"/>
                </a:tc>
                <a:extLst>
                  <a:ext uri="{0D108BD9-81ED-4DB2-BD59-A6C34878D82A}">
                    <a16:rowId xmlns:a16="http://schemas.microsoft.com/office/drawing/2014/main" val="10004"/>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RNF6. Solo los administradores deben modificar información del sistema.</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RNF17. El sistema debe guardar correctamente la información registrada.</a:t>
                      </a:r>
                      <a:endParaRPr sz="1400" u="none" strike="noStrike" cap="none"/>
                    </a:p>
                  </a:txBody>
                  <a:tcPr marL="91450" marR="91450" marT="45725" marB="45725"/>
                </a:tc>
                <a:extLst>
                  <a:ext uri="{0D108BD9-81ED-4DB2-BD59-A6C34878D82A}">
                    <a16:rowId xmlns:a16="http://schemas.microsoft.com/office/drawing/2014/main" val="10005"/>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RNF7. El sistema debe proteger los datos almacenados en la base de datos.</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RNF18. El sistema debe evitar pérdida de datos en caso de errores.</a:t>
                      </a:r>
                      <a:endParaRPr sz="1400" u="none" strike="noStrike" cap="none"/>
                    </a:p>
                  </a:txBody>
                  <a:tcPr marL="91450" marR="91450" marT="45725" marB="45725"/>
                </a:tc>
                <a:extLst>
                  <a:ext uri="{0D108BD9-81ED-4DB2-BD59-A6C34878D82A}">
                    <a16:rowId xmlns:a16="http://schemas.microsoft.com/office/drawing/2014/main" val="10006"/>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RNF9. La plataforma debe estar disponible 24 horas al día.</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RNF19. El sistema debe tener diseño adaptable (responsive).</a:t>
                      </a:r>
                      <a:endParaRPr sz="1400" u="none" strike="noStrike" cap="none"/>
                    </a:p>
                  </a:txBody>
                  <a:tcPr marL="91450" marR="91450" marT="45725" marB="45725"/>
                </a:tc>
                <a:extLst>
                  <a:ext uri="{0D108BD9-81ED-4DB2-BD59-A6C34878D82A}">
                    <a16:rowId xmlns:a16="http://schemas.microsoft.com/office/drawing/2014/main" val="10007"/>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RNF10. El sistema debe permitir acceso desde internet.</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RNF20. El sistema debe tener una estructura visual clara para los productos.</a:t>
                      </a:r>
                      <a:endParaRPr sz="1400" u="none" strike="noStrike" cap="none"/>
                    </a:p>
                  </a:txBody>
                  <a:tcPr marL="91450" marR="91450" marT="45725" marB="45725"/>
                </a:tc>
                <a:extLst>
                  <a:ext uri="{0D108BD9-81ED-4DB2-BD59-A6C34878D82A}">
                    <a16:rowId xmlns:a16="http://schemas.microsoft.com/office/drawing/2014/main" val="10008"/>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RNF10. En caso de una falla crítica en el servidor, el sistema debe tener un tiempo de recuperación máximo de 4 horas.</a:t>
                      </a:r>
                      <a:endParaRPr sz="145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RNF21. El sistema debe permitir integración con enlaces de WhatsApp.</a:t>
                      </a:r>
                      <a:endParaRPr sz="1400" u="none" strike="noStrike" cap="none"/>
                    </a:p>
                  </a:txBody>
                  <a:tcPr marL="91450" marR="91450" marT="45725" marB="45725"/>
                </a:tc>
                <a:extLst>
                  <a:ext uri="{0D108BD9-81ED-4DB2-BD59-A6C34878D82A}">
                    <a16:rowId xmlns:a16="http://schemas.microsoft.com/office/drawing/2014/main" val="10009"/>
                  </a:ext>
                </a:extLst>
              </a:tr>
              <a:tr h="51070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RNF11. El sistema debe funcionar en computadores y teléfonos móviles.</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RNF22. El sistema debe permitir integración con redes sociales del negocio.</a:t>
                      </a:r>
                      <a:endParaRPr sz="1400" u="none" strike="noStrike" cap="none"/>
                    </a:p>
                  </a:txBody>
                  <a:tcPr marL="91450" marR="91450" marT="45725" marB="45725"/>
                </a:tc>
                <a:extLst>
                  <a:ext uri="{0D108BD9-81ED-4DB2-BD59-A6C34878D82A}">
                    <a16:rowId xmlns:a16="http://schemas.microsoft.com/office/drawing/2014/main" val="10010"/>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26"/>
          <p:cNvSpPr txBox="1"/>
          <p:nvPr/>
        </p:nvSpPr>
        <p:spPr>
          <a:xfrm>
            <a:off x="678207" y="338757"/>
            <a:ext cx="676434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sng" strike="noStrike" cap="none">
                <a:solidFill>
                  <a:srgbClr val="38AA00"/>
                </a:solidFill>
                <a:latin typeface="Work Sans"/>
                <a:ea typeface="Work Sans"/>
                <a:cs typeface="Work Sans"/>
                <a:sym typeface="Work Sans"/>
                <a:hlinkClick r:id="rId3">
                  <a:extLst>
                    <a:ext uri="{A12FA001-AC4F-418D-AE19-62706E023703}">
                      <ahyp:hlinkClr xmlns:ahyp="http://schemas.microsoft.com/office/drawing/2018/hyperlinkcolor" val="tx"/>
                    </a:ext>
                  </a:extLst>
                </a:hlinkClick>
              </a:rPr>
              <a:t>Historias De Usuarios</a:t>
            </a:r>
            <a:endParaRPr sz="3600" b="1" i="0" u="none" strike="noStrike" cap="none">
              <a:solidFill>
                <a:srgbClr val="38AA00"/>
              </a:solidFill>
              <a:latin typeface="Work Sans"/>
              <a:ea typeface="Work Sans"/>
              <a:cs typeface="Work Sans"/>
              <a:sym typeface="Work Sans"/>
            </a:endParaRPr>
          </a:p>
        </p:txBody>
      </p:sp>
      <p:cxnSp>
        <p:nvCxnSpPr>
          <p:cNvPr id="438" name="Google Shape;438;p26"/>
          <p:cNvCxnSpPr/>
          <p:nvPr/>
        </p:nvCxnSpPr>
        <p:spPr>
          <a:xfrm>
            <a:off x="799152" y="885959"/>
            <a:ext cx="1425934" cy="0"/>
          </a:xfrm>
          <a:prstGeom prst="straightConnector1">
            <a:avLst/>
          </a:prstGeom>
          <a:noFill/>
          <a:ln w="12700" cap="flat" cmpd="sng">
            <a:solidFill>
              <a:srgbClr val="4D4D4C"/>
            </a:solidFill>
            <a:prstDash val="solid"/>
            <a:miter lim="0"/>
            <a:headEnd type="none" w="sm" len="sm"/>
            <a:tailEnd type="none" w="sm" len="sm"/>
          </a:ln>
        </p:spPr>
      </p:cxnSp>
      <p:graphicFrame>
        <p:nvGraphicFramePr>
          <p:cNvPr id="439" name="Google Shape;439;p26"/>
          <p:cNvGraphicFramePr/>
          <p:nvPr/>
        </p:nvGraphicFramePr>
        <p:xfrm>
          <a:off x="204107" y="898070"/>
          <a:ext cx="11886275" cy="5822100"/>
        </p:xfrm>
        <a:graphic>
          <a:graphicData uri="http://schemas.openxmlformats.org/drawingml/2006/table">
            <a:tbl>
              <a:tblPr>
                <a:noFill/>
                <a:tableStyleId>{7C8EBF02-3790-4F3E-8D45-82AD47AE79DB}</a:tableStyleId>
              </a:tblPr>
              <a:tblGrid>
                <a:gridCol w="5771675">
                  <a:extLst>
                    <a:ext uri="{9D8B030D-6E8A-4147-A177-3AD203B41FA5}">
                      <a16:colId xmlns:a16="http://schemas.microsoft.com/office/drawing/2014/main" val="20000"/>
                    </a:ext>
                  </a:extLst>
                </a:gridCol>
                <a:gridCol w="6114600">
                  <a:extLst>
                    <a:ext uri="{9D8B030D-6E8A-4147-A177-3AD203B41FA5}">
                      <a16:colId xmlns:a16="http://schemas.microsoft.com/office/drawing/2014/main" val="20001"/>
                    </a:ext>
                  </a:extLst>
                </a:gridCol>
              </a:tblGrid>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 Como administrador quiero registrar un usuario administrador para poder gestionar el sistema.</a:t>
                      </a:r>
                      <a:endParaRPr sz="1400" u="none" strike="noStrike" cap="none"/>
                    </a:p>
                  </a:txBody>
                  <a:tcPr marL="91450" marR="91450" marT="45725" marB="45725" anchor="ctr">
                    <a:solidFill>
                      <a:srgbClr val="E1EFD8"/>
                    </a:solidFill>
                  </a:tcP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i="0" u="none" strike="noStrike" cap="none">
                          <a:solidFill>
                            <a:schemeClr val="dk1"/>
                          </a:solidFill>
                          <a:latin typeface="Calibri"/>
                          <a:ea typeface="Calibri"/>
                          <a:cs typeface="Calibri"/>
                          <a:sym typeface="Calibri"/>
                        </a:rPr>
                        <a:t>HU11. Como administrador Quiero registrar la cantidad disponible de cada producto Para saber cuántos artículos hay en stock</a:t>
                      </a:r>
                      <a:endParaRPr sz="1450" b="1" i="0" u="none" strike="noStrike" cap="none">
                        <a:solidFill>
                          <a:schemeClr val="dk1"/>
                        </a:solidFill>
                        <a:latin typeface="Calibri"/>
                        <a:ea typeface="Calibri"/>
                        <a:cs typeface="Calibri"/>
                        <a:sym typeface="Calibri"/>
                      </a:endParaRPr>
                    </a:p>
                  </a:txBody>
                  <a:tcPr marL="91450" marR="91450" marT="45725" marB="45725" anchor="ctr">
                    <a:solidFill>
                      <a:srgbClr val="E1EFD8"/>
                    </a:solidFill>
                  </a:tcPr>
                </a:tc>
                <a:extLst>
                  <a:ext uri="{0D108BD9-81ED-4DB2-BD59-A6C34878D82A}">
                    <a16:rowId xmlns:a16="http://schemas.microsoft.com/office/drawing/2014/main" val="10000"/>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HU2. Como administrador quiero iniciar sesión en la plataforma para acceder a las funciones del sistema.</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i="0" u="none" strike="noStrike" cap="none">
                          <a:solidFill>
                            <a:schemeClr val="dk1"/>
                          </a:solidFill>
                          <a:latin typeface="Calibri"/>
                          <a:ea typeface="Calibri"/>
                          <a:cs typeface="Calibri"/>
                          <a:sym typeface="Calibri"/>
                        </a:rPr>
                        <a:t>HU12. Como administrador Quiero actualizar el stock Para reflejar los cambios en el inventario</a:t>
                      </a:r>
                      <a:endParaRPr sz="1400" u="none" strike="noStrike" cap="none"/>
                    </a:p>
                  </a:txBody>
                  <a:tcPr marL="91450" marR="91450" marT="45725" marB="45725" anchor="ctr"/>
                </a:tc>
                <a:extLst>
                  <a:ext uri="{0D108BD9-81ED-4DB2-BD59-A6C34878D82A}">
                    <a16:rowId xmlns:a16="http://schemas.microsoft.com/office/drawing/2014/main" val="10001"/>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HU3. Como administrador quiero cerrar sesión para proteger la seguridad del sistema.</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HU13. Como cliente quiero ver el catálogo de productos en la página web para conocer qué vende la bicicletería.</a:t>
                      </a:r>
                      <a:endParaRPr sz="1400" u="none" strike="noStrike" cap="none"/>
                    </a:p>
                  </a:txBody>
                  <a:tcPr marL="91450" marR="91450" marT="45725" marB="45725" anchor="ctr"/>
                </a:tc>
                <a:extLst>
                  <a:ext uri="{0D108BD9-81ED-4DB2-BD59-A6C34878D82A}">
                    <a16:rowId xmlns:a16="http://schemas.microsoft.com/office/drawing/2014/main" val="10002"/>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HU4. Como administrador quiero registrar productos para tener control digital del inventario.</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HU14. Como cliente quiero ver la descripción de los productos para conocer sus características.</a:t>
                      </a:r>
                      <a:endParaRPr sz="1400" u="none" strike="noStrike" cap="none"/>
                    </a:p>
                  </a:txBody>
                  <a:tcPr marL="91450" marR="91450" marT="45725" marB="45725" anchor="ctr"/>
                </a:tc>
                <a:extLst>
                  <a:ext uri="{0D108BD9-81ED-4DB2-BD59-A6C34878D82A}">
                    <a16:rowId xmlns:a16="http://schemas.microsoft.com/office/drawing/2014/main" val="10003"/>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HU5. Como administrador quiero editar la información de los productos para mantener actualizado el inventario.</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HU15. Como cliente quiero ver el precio de los productos para decidir si puedo comprarlos.</a:t>
                      </a:r>
                      <a:endParaRPr sz="1400" u="none" strike="noStrike" cap="none"/>
                    </a:p>
                  </a:txBody>
                  <a:tcPr marL="91450" marR="91450" marT="45725" marB="45725" anchor="ctr"/>
                </a:tc>
                <a:extLst>
                  <a:ext uri="{0D108BD9-81ED-4DB2-BD59-A6C34878D82A}">
                    <a16:rowId xmlns:a16="http://schemas.microsoft.com/office/drawing/2014/main" val="10004"/>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HU6. Como administrador quiero eliminar productos para retirar artículos que ya no se venden.</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HU16. Como cliente quiero ver imágenes de los productos para saber cómo son.</a:t>
                      </a:r>
                      <a:endParaRPr sz="1400" u="none" strike="noStrike" cap="none"/>
                    </a:p>
                  </a:txBody>
                  <a:tcPr marL="91450" marR="91450" marT="45725" marB="45725" anchor="ctr"/>
                </a:tc>
                <a:extLst>
                  <a:ext uri="{0D108BD9-81ED-4DB2-BD59-A6C34878D82A}">
                    <a16:rowId xmlns:a16="http://schemas.microsoft.com/office/drawing/2014/main" val="10005"/>
                  </a:ext>
                </a:extLst>
              </a:tr>
              <a:tr h="7660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HU7. Como administrador quiero visualizar todos los productos registrados para revisar el inventario disponible.</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HU17. Como cliente quiero ver si un producto está disponible o agotado para saber si puedo comprarlo.</a:t>
                      </a:r>
                      <a:endParaRPr sz="1400" u="none" strike="noStrike" cap="none"/>
                    </a:p>
                  </a:txBody>
                  <a:tcPr marL="91450" marR="91450" marT="45725" marB="45725" anchor="ctr"/>
                </a:tc>
                <a:extLst>
                  <a:ext uri="{0D108BD9-81ED-4DB2-BD59-A6C34878D82A}">
                    <a16:rowId xmlns:a16="http://schemas.microsoft.com/office/drawing/2014/main" val="10006"/>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HU8. Como administrador quiero ordenar los productos alfabéticamente para encontrarlos más fácilmente.</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HU18. Como cliente quiero comunicarme por WhatsApp desde la página para preguntar por los productos.</a:t>
                      </a:r>
                      <a:endParaRPr sz="1400" u="none" strike="noStrike" cap="none"/>
                    </a:p>
                  </a:txBody>
                  <a:tcPr marL="91450" marR="91450" marT="45725" marB="45725" anchor="ctr"/>
                </a:tc>
                <a:extLst>
                  <a:ext uri="{0D108BD9-81ED-4DB2-BD59-A6C34878D82A}">
                    <a16:rowId xmlns:a16="http://schemas.microsoft.com/office/drawing/2014/main" val="10007"/>
                  </a:ext>
                </a:extLst>
              </a:tr>
              <a:tr h="5362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HU9. Como administrador quiero buscar productos por nombre para encontrarlos rápidamente.</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HU19. Como cliente quiero acceder a las redes sociales del negocio para seguir las novedades de la tienda.</a:t>
                      </a:r>
                      <a:endParaRPr sz="1400" u="none" strike="noStrike" cap="none"/>
                    </a:p>
                  </a:txBody>
                  <a:tcPr marL="91450" marR="91450" marT="45725" marB="45725" anchor="ctr"/>
                </a:tc>
                <a:extLst>
                  <a:ext uri="{0D108BD9-81ED-4DB2-BD59-A6C34878D82A}">
                    <a16:rowId xmlns:a16="http://schemas.microsoft.com/office/drawing/2014/main" val="10008"/>
                  </a:ext>
                </a:extLst>
              </a:tr>
              <a:tr h="766050">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HU10. Como administrador quiero clasificar los productos por categorías para organizar mejor el inventario.</a:t>
                      </a:r>
                      <a:endParaRPr sz="1400" u="none" strike="noStrike" cap="none"/>
                    </a:p>
                  </a:txBody>
                  <a:tcPr marL="91450" marR="91450" marT="45725" marB="45725" anchor="ctr"/>
                </a:tc>
                <a:tc>
                  <a:txBody>
                    <a:bodyPr/>
                    <a:lstStyle/>
                    <a:p>
                      <a:pPr marL="0" marR="0" lvl="0" indent="0" algn="l" rtl="0">
                        <a:lnSpc>
                          <a:spcPct val="100000"/>
                        </a:lnSpc>
                        <a:spcBef>
                          <a:spcPts val="0"/>
                        </a:spcBef>
                        <a:spcAft>
                          <a:spcPts val="0"/>
                        </a:spcAft>
                        <a:buClr>
                          <a:srgbClr val="000000"/>
                        </a:buClr>
                        <a:buSzPts val="1450"/>
                        <a:buFont typeface="Arial"/>
                        <a:buNone/>
                      </a:pPr>
                      <a:r>
                        <a:rPr lang="es-CO" sz="1450" b="1" u="none" strike="noStrike" cap="none">
                          <a:solidFill>
                            <a:schemeClr val="dk1"/>
                          </a:solidFill>
                          <a:latin typeface="Calibri"/>
                          <a:ea typeface="Calibri"/>
                          <a:cs typeface="Calibri"/>
                          <a:sym typeface="Calibri"/>
                        </a:rPr>
                        <a:t>HU20. Como administrador quiero registrar empleados para tener control del personal que trabaja.</a:t>
                      </a:r>
                      <a:endParaRPr sz="1400" u="none" strike="noStrike" cap="none"/>
                    </a:p>
                  </a:txBody>
                  <a:tcPr marL="91450" marR="91450" marT="45725" marB="45725"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27"/>
          <p:cNvSpPr txBox="1"/>
          <p:nvPr/>
        </p:nvSpPr>
        <p:spPr>
          <a:xfrm>
            <a:off x="678207" y="338757"/>
            <a:ext cx="6764344"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Relación Requerimientos</a:t>
            </a:r>
            <a:endParaRPr sz="3600" b="1" i="0" u="none" strike="noStrike" cap="none">
              <a:solidFill>
                <a:srgbClr val="38AA00"/>
              </a:solidFill>
              <a:latin typeface="Work Sans"/>
              <a:ea typeface="Work Sans"/>
              <a:cs typeface="Work Sans"/>
              <a:sym typeface="Work Sans"/>
            </a:endParaRPr>
          </a:p>
        </p:txBody>
      </p:sp>
      <p:cxnSp>
        <p:nvCxnSpPr>
          <p:cNvPr id="446" name="Google Shape;446;p27"/>
          <p:cNvCxnSpPr/>
          <p:nvPr/>
        </p:nvCxnSpPr>
        <p:spPr>
          <a:xfrm>
            <a:off x="799152" y="885959"/>
            <a:ext cx="1425934" cy="0"/>
          </a:xfrm>
          <a:prstGeom prst="straightConnector1">
            <a:avLst/>
          </a:prstGeom>
          <a:noFill/>
          <a:ln w="12700" cap="flat" cmpd="sng">
            <a:solidFill>
              <a:srgbClr val="4D4D4C"/>
            </a:solidFill>
            <a:prstDash val="solid"/>
            <a:miter lim="0"/>
            <a:headEnd type="none" w="sm" len="sm"/>
            <a:tailEnd type="none" w="sm" len="sm"/>
          </a:ln>
        </p:spPr>
      </p:cxnSp>
      <p:graphicFrame>
        <p:nvGraphicFramePr>
          <p:cNvPr id="447" name="Google Shape;447;p27"/>
          <p:cNvGraphicFramePr/>
          <p:nvPr/>
        </p:nvGraphicFramePr>
        <p:xfrm>
          <a:off x="1521731" y="1126724"/>
          <a:ext cx="9148550" cy="3889925"/>
        </p:xfrm>
        <a:graphic>
          <a:graphicData uri="http://schemas.openxmlformats.org/drawingml/2006/table">
            <a:tbl>
              <a:tblPr firstRow="1" bandRow="1">
                <a:noFill/>
                <a:tableStyleId>{387CD129-A7B3-449A-AA17-BAFD85CA9925}</a:tableStyleId>
              </a:tblPr>
              <a:tblGrid>
                <a:gridCol w="4574275">
                  <a:extLst>
                    <a:ext uri="{9D8B030D-6E8A-4147-A177-3AD203B41FA5}">
                      <a16:colId xmlns:a16="http://schemas.microsoft.com/office/drawing/2014/main" val="20000"/>
                    </a:ext>
                  </a:extLst>
                </a:gridCol>
                <a:gridCol w="4574275">
                  <a:extLst>
                    <a:ext uri="{9D8B030D-6E8A-4147-A177-3AD203B41FA5}">
                      <a16:colId xmlns:a16="http://schemas.microsoft.com/office/drawing/2014/main" val="20001"/>
                    </a:ext>
                  </a:extLst>
                </a:gridCol>
              </a:tblGrid>
              <a:tr h="346075">
                <a:tc>
                  <a:txBody>
                    <a:bodyPr/>
                    <a:lstStyle/>
                    <a:p>
                      <a:pPr marL="0" marR="0" lvl="0" indent="0" algn="l" rtl="0">
                        <a:lnSpc>
                          <a:spcPct val="150000"/>
                        </a:lnSpc>
                        <a:spcBef>
                          <a:spcPts val="0"/>
                        </a:spcBef>
                        <a:spcAft>
                          <a:spcPts val="0"/>
                        </a:spcAft>
                        <a:buClr>
                          <a:srgbClr val="000000"/>
                        </a:buClr>
                        <a:buSzPts val="1600"/>
                        <a:buFont typeface="Arial"/>
                        <a:buNone/>
                      </a:pPr>
                      <a:r>
                        <a:rPr lang="es-CO" sz="1600" b="1" u="none" strike="noStrike" cap="none">
                          <a:solidFill>
                            <a:schemeClr val="lt1"/>
                          </a:solidFill>
                          <a:latin typeface="Calibri"/>
                          <a:ea typeface="Calibri"/>
                          <a:cs typeface="Calibri"/>
                          <a:sym typeface="Calibri"/>
                        </a:rPr>
                        <a:t>Requerimiento Funcional</a:t>
                      </a:r>
                      <a:endParaRPr sz="1600" b="1" u="none" strike="noStrike" cap="none">
                        <a:solidFill>
                          <a:schemeClr val="lt1"/>
                        </a:solidFill>
                        <a:latin typeface="Calibri"/>
                        <a:ea typeface="Calibri"/>
                        <a:cs typeface="Calibri"/>
                        <a:sym typeface="Calibri"/>
                      </a:endParaRPr>
                    </a:p>
                  </a:txBody>
                  <a:tcPr marL="68575" marR="68575" marT="0" marB="0"/>
                </a:tc>
                <a:tc>
                  <a:txBody>
                    <a:bodyPr/>
                    <a:lstStyle/>
                    <a:p>
                      <a:pPr marL="0" marR="0" lvl="0" indent="0" algn="l" rtl="0">
                        <a:lnSpc>
                          <a:spcPct val="150000"/>
                        </a:lnSpc>
                        <a:spcBef>
                          <a:spcPts val="0"/>
                        </a:spcBef>
                        <a:spcAft>
                          <a:spcPts val="0"/>
                        </a:spcAft>
                        <a:buClr>
                          <a:srgbClr val="000000"/>
                        </a:buClr>
                        <a:buSzPts val="1600"/>
                        <a:buFont typeface="Arial"/>
                        <a:buNone/>
                      </a:pPr>
                      <a:r>
                        <a:rPr lang="es-CO" sz="1600" b="1" u="none" strike="noStrike" cap="none">
                          <a:solidFill>
                            <a:schemeClr val="lt1"/>
                          </a:solidFill>
                          <a:latin typeface="Calibri"/>
                          <a:ea typeface="Calibri"/>
                          <a:cs typeface="Calibri"/>
                          <a:sym typeface="Calibri"/>
                        </a:rPr>
                        <a:t>Historia de Usuario</a:t>
                      </a:r>
                      <a:endParaRPr sz="1600" b="1" u="none" strike="noStrike" cap="none">
                        <a:solidFill>
                          <a:schemeClr val="lt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0"/>
                  </a:ext>
                </a:extLst>
              </a:tr>
              <a:tr h="830650">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RF1. El sistema debe permitir registrar un usuario administrador</a:t>
                      </a:r>
                      <a:endParaRPr sz="160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HU1. Como administrador</a:t>
                      </a:r>
                      <a:endParaRPr sz="1400" u="none" strike="noStrike" cap="none"/>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Quiero registrar un usuario administrador</a:t>
                      </a:r>
                      <a:endParaRPr sz="1400" u="none" strike="noStrike" cap="none"/>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Para poder gestionar el sistema.</a:t>
                      </a:r>
                      <a:endParaRPr sz="1600" b="1" u="none" strike="noStrike" cap="none">
                        <a:solidFill>
                          <a:schemeClr val="dk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1"/>
                  </a:ext>
                </a:extLst>
              </a:tr>
              <a:tr h="830650">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RF2. El sistema debe permitir iniciar sesión al administrador mediante usuario y contraseña</a:t>
                      </a:r>
                      <a:endParaRPr sz="1600" b="1" u="none" strike="noStrike" cap="none">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HU2. Como administrador</a:t>
                      </a:r>
                      <a:endParaRPr sz="1600" b="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Quiero iniciar sesión en la plataforma</a:t>
                      </a:r>
                      <a:br>
                        <a:rPr lang="es-CO" sz="1600" b="1" u="none" strike="noStrike" cap="none">
                          <a:solidFill>
                            <a:schemeClr val="dk1"/>
                          </a:solidFill>
                          <a:latin typeface="Calibri"/>
                          <a:ea typeface="Calibri"/>
                          <a:cs typeface="Calibri"/>
                          <a:sym typeface="Calibri"/>
                        </a:rPr>
                      </a:br>
                      <a:r>
                        <a:rPr lang="es-CO" sz="1600" b="1" u="none" strike="noStrike" cap="none">
                          <a:solidFill>
                            <a:schemeClr val="dk1"/>
                          </a:solidFill>
                          <a:latin typeface="Calibri"/>
                          <a:ea typeface="Calibri"/>
                          <a:cs typeface="Calibri"/>
                          <a:sym typeface="Calibri"/>
                        </a:rPr>
                        <a:t>Para acceder a las funciones del sistema.</a:t>
                      </a:r>
                      <a:endParaRPr sz="1600" b="1" u="none" strike="noStrike" cap="none">
                        <a:solidFill>
                          <a:schemeClr val="dk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2"/>
                  </a:ext>
                </a:extLst>
              </a:tr>
              <a:tr h="941275">
                <a:tc>
                  <a:txBody>
                    <a:bodyPr/>
                    <a:lstStyle/>
                    <a:p>
                      <a:pPr marL="0" marR="0" lvl="0" indent="0" algn="l" rtl="0">
                        <a:lnSpc>
                          <a:spcPct val="15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RF3. El sistema debe permitir cerrar sesión del sistema</a:t>
                      </a:r>
                      <a:endParaRPr sz="1600" b="1" u="none" strike="noStrike" cap="none">
                        <a:solidFill>
                          <a:schemeClr val="dk1"/>
                        </a:solidFill>
                        <a:latin typeface="Calibri"/>
                        <a:ea typeface="Calibri"/>
                        <a:cs typeface="Calibri"/>
                        <a:sym typeface="Calibri"/>
                      </a:endParaRPr>
                    </a:p>
                  </a:txBody>
                  <a:tcPr marL="68575" marR="68575" marT="0" marB="0"/>
                </a:tc>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HU3. Como administrador</a:t>
                      </a:r>
                      <a:endParaRPr sz="1600" b="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Quiero cerrar sesión</a:t>
                      </a:r>
                      <a:endParaRPr sz="1600" b="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Para proteger la seguridad del sistema.</a:t>
                      </a:r>
                      <a:endParaRPr sz="1600" b="1" u="none" strike="noStrike" cap="none">
                        <a:solidFill>
                          <a:schemeClr val="dk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3"/>
                  </a:ext>
                </a:extLst>
              </a:tr>
              <a:tr h="941275">
                <a:tc>
                  <a:txBody>
                    <a:bodyPr/>
                    <a:lstStyle/>
                    <a:p>
                      <a:pPr marL="0" marR="0" lvl="0" indent="0" algn="l" rtl="0">
                        <a:lnSpc>
                          <a:spcPct val="15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RF4. El sistema debe permitir registrar productos</a:t>
                      </a:r>
                      <a:endParaRPr sz="1600" b="1" u="none" strike="noStrike" cap="none">
                        <a:solidFill>
                          <a:schemeClr val="dk1"/>
                        </a:solidFill>
                        <a:latin typeface="Calibri"/>
                        <a:ea typeface="Calibri"/>
                        <a:cs typeface="Calibri"/>
                        <a:sym typeface="Calibri"/>
                      </a:endParaRPr>
                    </a:p>
                  </a:txBody>
                  <a:tcPr marL="68575" marR="68575" marT="0" marB="0"/>
                </a:tc>
                <a:tc>
                  <a:txBody>
                    <a:bodyPr/>
                    <a:lstStyle/>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HU4. Como administrador</a:t>
                      </a:r>
                      <a:endParaRPr sz="1600" b="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Quiero registrar productos</a:t>
                      </a:r>
                      <a:endParaRPr sz="1600" b="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s-CO" sz="1600" b="1" u="none" strike="noStrike" cap="none">
                          <a:solidFill>
                            <a:schemeClr val="dk1"/>
                          </a:solidFill>
                          <a:latin typeface="Calibri"/>
                          <a:ea typeface="Calibri"/>
                          <a:cs typeface="Calibri"/>
                          <a:sym typeface="Calibri"/>
                        </a:rPr>
                        <a:t>Para tener control digital del inventario.</a:t>
                      </a:r>
                      <a:endParaRPr sz="1600" b="1" u="none" strike="noStrike" cap="none">
                        <a:solidFill>
                          <a:schemeClr val="dk1"/>
                        </a:solidFill>
                        <a:latin typeface="Calibri"/>
                        <a:ea typeface="Calibri"/>
                        <a:cs typeface="Calibri"/>
                        <a:sym typeface="Calibri"/>
                      </a:endParaRPr>
                    </a:p>
                  </a:txBody>
                  <a:tcPr marL="68575" marR="68575" marT="0" marB="0"/>
                </a:tc>
                <a:extLst>
                  <a:ext uri="{0D108BD9-81ED-4DB2-BD59-A6C34878D82A}">
                    <a16:rowId xmlns:a16="http://schemas.microsoft.com/office/drawing/2014/main" val="10004"/>
                  </a:ext>
                </a:extLst>
              </a:tr>
            </a:tbl>
          </a:graphicData>
        </a:graphic>
      </p:graphicFrame>
      <p:pic>
        <p:nvPicPr>
          <p:cNvPr id="448" name="Google Shape;448;p27">
            <a:hlinkClick r:id="rId3"/>
          </p:cNvPr>
          <p:cNvPicPr preferRelativeResize="0"/>
          <p:nvPr/>
        </p:nvPicPr>
        <p:blipFill rotWithShape="1">
          <a:blip r:embed="rId4">
            <a:alphaModFix/>
          </a:blip>
          <a:srcRect l="7897" t="19762" r="7698" b="22381"/>
          <a:stretch/>
        </p:blipFill>
        <p:spPr>
          <a:xfrm>
            <a:off x="5050970" y="5014937"/>
            <a:ext cx="2090057" cy="1432677"/>
          </a:xfrm>
          <a:prstGeom prst="rect">
            <a:avLst/>
          </a:prstGeom>
          <a:noFill/>
          <a:ln>
            <a:noFill/>
          </a:ln>
        </p:spPr>
      </p:pic>
      <p:sp>
        <p:nvSpPr>
          <p:cNvPr id="449" name="Google Shape;449;p27"/>
          <p:cNvSpPr txBox="1"/>
          <p:nvPr/>
        </p:nvSpPr>
        <p:spPr>
          <a:xfrm>
            <a:off x="5301114" y="6447614"/>
            <a:ext cx="1663022" cy="338554"/>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600"/>
              <a:buFont typeface="Arial"/>
              <a:buNone/>
            </a:pPr>
            <a:r>
              <a:rPr lang="es-CO" sz="1600" b="1" i="0" u="none" strike="noStrike" cap="none">
                <a:solidFill>
                  <a:srgbClr val="000000"/>
                </a:solidFill>
                <a:latin typeface="Times New Roman"/>
                <a:ea typeface="Times New Roman"/>
                <a:cs typeface="Times New Roman"/>
                <a:sym typeface="Times New Roman"/>
              </a:rPr>
              <a:t>Documento aquí</a:t>
            </a:r>
            <a:endParaRPr sz="1600" b="1" i="0" u="none" strike="noStrike" cap="none">
              <a:solidFill>
                <a:srgbClr val="000000"/>
              </a:solidFill>
              <a:latin typeface="Times New Roman"/>
              <a:ea typeface="Times New Roman"/>
              <a:cs typeface="Times New Roman"/>
              <a:sym typeface="Times New Roman"/>
            </a:endParaRPr>
          </a:p>
        </p:txBody>
      </p:sp>
      <p:pic>
        <p:nvPicPr>
          <p:cNvPr id="7" name="Google Shape;262;p2">
            <a:extLst>
              <a:ext uri="{FF2B5EF4-FFF2-40B4-BE49-F238E27FC236}">
                <a16:creationId xmlns:a16="http://schemas.microsoft.com/office/drawing/2014/main" id="{603100DC-8A96-4ED7-9CB7-B250BC64593E}"/>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53"/>
        <p:cNvGrpSpPr/>
        <p:nvPr/>
      </p:nvGrpSpPr>
      <p:grpSpPr>
        <a:xfrm>
          <a:off x="0" y="0"/>
          <a:ext cx="0" cy="0"/>
          <a:chOff x="0" y="0"/>
          <a:chExt cx="0" cy="0"/>
        </a:xfrm>
      </p:grpSpPr>
      <p:sp>
        <p:nvSpPr>
          <p:cNvPr id="454" name="Google Shape;454;p104"/>
          <p:cNvSpPr txBox="1"/>
          <p:nvPr/>
        </p:nvSpPr>
        <p:spPr>
          <a:xfrm>
            <a:off x="3858848" y="2539470"/>
            <a:ext cx="4474302"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sng" strike="noStrike" cap="none">
                <a:solidFill>
                  <a:srgbClr val="FFFFFF"/>
                </a:solidFill>
                <a:latin typeface="Work Sans"/>
                <a:ea typeface="Work Sans"/>
                <a:cs typeface="Work Sans"/>
                <a:sym typeface="Work Sans"/>
                <a:hlinkClick r:id="rId4">
                  <a:extLst>
                    <a:ext uri="{A12FA001-AC4F-418D-AE19-62706E023703}">
                      <ahyp:hlinkClr xmlns:ahyp="http://schemas.microsoft.com/office/drawing/2018/hyperlinkcolor" val="tx"/>
                    </a:ext>
                  </a:extLst>
                </a:hlinkClick>
              </a:rPr>
              <a:t>MOCK-UPS</a:t>
            </a:r>
            <a:endParaRPr sz="6000" b="1" i="0" u="none" strike="noStrike" cap="none">
              <a:solidFill>
                <a:srgbClr val="FFFFFF"/>
              </a:solidFill>
              <a:latin typeface="Work Sans"/>
              <a:ea typeface="Work Sans"/>
              <a:cs typeface="Work Sans"/>
              <a:sym typeface="Work Sans"/>
            </a:endParaRPr>
          </a:p>
        </p:txBody>
      </p:sp>
      <p:cxnSp>
        <p:nvCxnSpPr>
          <p:cNvPr id="455" name="Google Shape;455;p104"/>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29"/>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61" name="Google Shape;461;p29"/>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462" name="Google Shape;462;p29"/>
          <p:cNvPicPr preferRelativeResize="0"/>
          <p:nvPr/>
        </p:nvPicPr>
        <p:blipFill rotWithShape="1">
          <a:blip r:embed="rId3">
            <a:alphaModFix/>
          </a:blip>
          <a:srcRect/>
          <a:stretch/>
        </p:blipFill>
        <p:spPr>
          <a:xfrm>
            <a:off x="1175612" y="1319568"/>
            <a:ext cx="9506761" cy="5448997"/>
          </a:xfrm>
          <a:prstGeom prst="rect">
            <a:avLst/>
          </a:prstGeom>
          <a:noFill/>
          <a:ln>
            <a:noFill/>
          </a:ln>
        </p:spPr>
      </p:pic>
      <p:pic>
        <p:nvPicPr>
          <p:cNvPr id="5" name="Google Shape;262;p2">
            <a:extLst>
              <a:ext uri="{FF2B5EF4-FFF2-40B4-BE49-F238E27FC236}">
                <a16:creationId xmlns:a16="http://schemas.microsoft.com/office/drawing/2014/main" id="{CAD2D9DF-29B6-4ACF-A970-8806DD005E0A}"/>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30"/>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68" name="Google Shape;468;p30"/>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469" name="Google Shape;469;p30"/>
          <p:cNvPicPr preferRelativeResize="0"/>
          <p:nvPr/>
        </p:nvPicPr>
        <p:blipFill rotWithShape="1">
          <a:blip r:embed="rId3">
            <a:alphaModFix/>
          </a:blip>
          <a:srcRect/>
          <a:stretch/>
        </p:blipFill>
        <p:spPr>
          <a:xfrm>
            <a:off x="1707459" y="1319568"/>
            <a:ext cx="9220371" cy="5337277"/>
          </a:xfrm>
          <a:prstGeom prst="rect">
            <a:avLst/>
          </a:prstGeom>
          <a:noFill/>
          <a:ln>
            <a:noFill/>
          </a:ln>
        </p:spPr>
      </p:pic>
      <p:pic>
        <p:nvPicPr>
          <p:cNvPr id="5" name="Google Shape;262;p2">
            <a:extLst>
              <a:ext uri="{FF2B5EF4-FFF2-40B4-BE49-F238E27FC236}">
                <a16:creationId xmlns:a16="http://schemas.microsoft.com/office/drawing/2014/main" id="{65F56496-B5F7-499F-A111-D8A54BD51BB0}"/>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31"/>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75" name="Google Shape;475;p31"/>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476" name="Google Shape;476;p31"/>
          <p:cNvPicPr preferRelativeResize="0"/>
          <p:nvPr/>
        </p:nvPicPr>
        <p:blipFill rotWithShape="1">
          <a:blip r:embed="rId3">
            <a:alphaModFix/>
          </a:blip>
          <a:srcRect/>
          <a:stretch/>
        </p:blipFill>
        <p:spPr>
          <a:xfrm>
            <a:off x="1485701" y="1319568"/>
            <a:ext cx="9220598" cy="5338800"/>
          </a:xfrm>
          <a:prstGeom prst="rect">
            <a:avLst/>
          </a:prstGeom>
          <a:noFill/>
          <a:ln>
            <a:noFill/>
          </a:ln>
        </p:spPr>
      </p:pic>
      <p:pic>
        <p:nvPicPr>
          <p:cNvPr id="5" name="Google Shape;262;p2">
            <a:extLst>
              <a:ext uri="{FF2B5EF4-FFF2-40B4-BE49-F238E27FC236}">
                <a16:creationId xmlns:a16="http://schemas.microsoft.com/office/drawing/2014/main" id="{13ABF844-B75C-48B1-93C6-F55BECE58F0E}"/>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32"/>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82" name="Google Shape;482;p32"/>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483" name="Google Shape;483;p32"/>
          <p:cNvPicPr preferRelativeResize="0"/>
          <p:nvPr/>
        </p:nvPicPr>
        <p:blipFill rotWithShape="1">
          <a:blip r:embed="rId3">
            <a:alphaModFix/>
          </a:blip>
          <a:srcRect/>
          <a:stretch/>
        </p:blipFill>
        <p:spPr>
          <a:xfrm>
            <a:off x="1499016" y="1319566"/>
            <a:ext cx="9226800" cy="4951978"/>
          </a:xfrm>
          <a:prstGeom prst="rect">
            <a:avLst/>
          </a:prstGeom>
          <a:noFill/>
          <a:ln>
            <a:noFill/>
          </a:ln>
        </p:spPr>
      </p:pic>
      <p:pic>
        <p:nvPicPr>
          <p:cNvPr id="5" name="Google Shape;262;p2">
            <a:extLst>
              <a:ext uri="{FF2B5EF4-FFF2-40B4-BE49-F238E27FC236}">
                <a16:creationId xmlns:a16="http://schemas.microsoft.com/office/drawing/2014/main" id="{A9EDCAC7-1BFF-4C6E-9A06-1074A891F3AB}"/>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33"/>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89" name="Google Shape;489;p33"/>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490" name="Google Shape;490;p33"/>
          <p:cNvPicPr preferRelativeResize="0"/>
          <p:nvPr/>
        </p:nvPicPr>
        <p:blipFill rotWithShape="1">
          <a:blip r:embed="rId3">
            <a:alphaModFix/>
          </a:blip>
          <a:srcRect/>
          <a:stretch/>
        </p:blipFill>
        <p:spPr>
          <a:xfrm>
            <a:off x="1366684" y="1319568"/>
            <a:ext cx="9458631" cy="5421410"/>
          </a:xfrm>
          <a:prstGeom prst="rect">
            <a:avLst/>
          </a:prstGeom>
          <a:noFill/>
          <a:ln>
            <a:noFill/>
          </a:ln>
        </p:spPr>
      </p:pic>
      <p:pic>
        <p:nvPicPr>
          <p:cNvPr id="5" name="Google Shape;262;p2">
            <a:extLst>
              <a:ext uri="{FF2B5EF4-FFF2-40B4-BE49-F238E27FC236}">
                <a16:creationId xmlns:a16="http://schemas.microsoft.com/office/drawing/2014/main" id="{0702AC3F-9B72-48FC-8619-9123B7F4AD63}"/>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34"/>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496" name="Google Shape;496;p34"/>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497" name="Google Shape;497;p34"/>
          <p:cNvPicPr preferRelativeResize="0"/>
          <p:nvPr/>
        </p:nvPicPr>
        <p:blipFill rotWithShape="1">
          <a:blip r:embed="rId3">
            <a:alphaModFix/>
          </a:blip>
          <a:srcRect/>
          <a:stretch/>
        </p:blipFill>
        <p:spPr>
          <a:xfrm>
            <a:off x="1455433" y="1319568"/>
            <a:ext cx="9281133" cy="5338800"/>
          </a:xfrm>
          <a:prstGeom prst="rect">
            <a:avLst/>
          </a:prstGeom>
          <a:noFill/>
          <a:ln>
            <a:noFill/>
          </a:ln>
        </p:spPr>
      </p:pic>
      <p:pic>
        <p:nvPicPr>
          <p:cNvPr id="5" name="Google Shape;262;p2">
            <a:extLst>
              <a:ext uri="{FF2B5EF4-FFF2-40B4-BE49-F238E27FC236}">
                <a16:creationId xmlns:a16="http://schemas.microsoft.com/office/drawing/2014/main" id="{55B29275-34D6-422C-AC13-767FEFF921D6}"/>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35"/>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503" name="Google Shape;503;p35"/>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04" name="Google Shape;504;p35"/>
          <p:cNvPicPr preferRelativeResize="0"/>
          <p:nvPr/>
        </p:nvPicPr>
        <p:blipFill rotWithShape="1">
          <a:blip r:embed="rId3">
            <a:alphaModFix/>
          </a:blip>
          <a:srcRect/>
          <a:stretch/>
        </p:blipFill>
        <p:spPr>
          <a:xfrm>
            <a:off x="1483277" y="1319568"/>
            <a:ext cx="9225446" cy="5338800"/>
          </a:xfrm>
          <a:prstGeom prst="rect">
            <a:avLst/>
          </a:prstGeom>
          <a:noFill/>
          <a:ln>
            <a:noFill/>
          </a:ln>
        </p:spPr>
      </p:pic>
      <p:pic>
        <p:nvPicPr>
          <p:cNvPr id="5" name="Google Shape;262;p2">
            <a:extLst>
              <a:ext uri="{FF2B5EF4-FFF2-40B4-BE49-F238E27FC236}">
                <a16:creationId xmlns:a16="http://schemas.microsoft.com/office/drawing/2014/main" id="{87066CC3-31EC-4504-8566-D00D2B6D1E04}"/>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36"/>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510" name="Google Shape;510;p36"/>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11" name="Google Shape;511;p36"/>
          <p:cNvPicPr preferRelativeResize="0"/>
          <p:nvPr/>
        </p:nvPicPr>
        <p:blipFill rotWithShape="1">
          <a:blip r:embed="rId3">
            <a:alphaModFix/>
          </a:blip>
          <a:srcRect/>
          <a:stretch/>
        </p:blipFill>
        <p:spPr>
          <a:xfrm>
            <a:off x="1408273" y="1319568"/>
            <a:ext cx="9375454" cy="5338800"/>
          </a:xfrm>
          <a:prstGeom prst="rect">
            <a:avLst/>
          </a:prstGeom>
          <a:noFill/>
          <a:ln>
            <a:noFill/>
          </a:ln>
        </p:spPr>
      </p:pic>
      <p:pic>
        <p:nvPicPr>
          <p:cNvPr id="5" name="Google Shape;262;p2">
            <a:extLst>
              <a:ext uri="{FF2B5EF4-FFF2-40B4-BE49-F238E27FC236}">
                <a16:creationId xmlns:a16="http://schemas.microsoft.com/office/drawing/2014/main" id="{F4C85BB4-3DEE-4BEF-8DE4-B3557A0EF3EF}"/>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37"/>
          <p:cNvSpPr txBox="1"/>
          <p:nvPr/>
        </p:nvSpPr>
        <p:spPr>
          <a:xfrm>
            <a:off x="974674" y="642970"/>
            <a:ext cx="4954319"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USUARIO</a:t>
            </a:r>
            <a:endParaRPr sz="1400" b="0" i="0" u="none" strike="noStrike" cap="none">
              <a:solidFill>
                <a:srgbClr val="000000"/>
              </a:solidFill>
              <a:latin typeface="Arial"/>
              <a:ea typeface="Arial"/>
              <a:cs typeface="Arial"/>
              <a:sym typeface="Arial"/>
            </a:endParaRPr>
          </a:p>
        </p:txBody>
      </p:sp>
      <p:cxnSp>
        <p:nvCxnSpPr>
          <p:cNvPr id="517" name="Google Shape;517;p37"/>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18" name="Google Shape;518;p37"/>
          <p:cNvPicPr preferRelativeResize="0"/>
          <p:nvPr/>
        </p:nvPicPr>
        <p:blipFill rotWithShape="1">
          <a:blip r:embed="rId3">
            <a:alphaModFix/>
          </a:blip>
          <a:srcRect/>
          <a:stretch/>
        </p:blipFill>
        <p:spPr>
          <a:xfrm>
            <a:off x="1381125" y="1319567"/>
            <a:ext cx="9220200" cy="5284749"/>
          </a:xfrm>
          <a:prstGeom prst="rect">
            <a:avLst/>
          </a:prstGeom>
          <a:noFill/>
          <a:ln>
            <a:noFill/>
          </a:ln>
        </p:spPr>
      </p:pic>
      <p:pic>
        <p:nvPicPr>
          <p:cNvPr id="5" name="Google Shape;262;p2">
            <a:extLst>
              <a:ext uri="{FF2B5EF4-FFF2-40B4-BE49-F238E27FC236}">
                <a16:creationId xmlns:a16="http://schemas.microsoft.com/office/drawing/2014/main" id="{C1B35B0F-E88C-4F96-9761-C68C8BD68830}"/>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38"/>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24" name="Google Shape;524;p38"/>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25" name="Google Shape;525;p38"/>
          <p:cNvPicPr preferRelativeResize="0"/>
          <p:nvPr/>
        </p:nvPicPr>
        <p:blipFill rotWithShape="1">
          <a:blip r:embed="rId3">
            <a:alphaModFix/>
          </a:blip>
          <a:srcRect/>
          <a:stretch/>
        </p:blipFill>
        <p:spPr>
          <a:xfrm>
            <a:off x="1444692" y="1319568"/>
            <a:ext cx="9302616" cy="5338800"/>
          </a:xfrm>
          <a:prstGeom prst="rect">
            <a:avLst/>
          </a:prstGeom>
          <a:noFill/>
          <a:ln>
            <a:noFill/>
          </a:ln>
        </p:spPr>
      </p:pic>
      <p:pic>
        <p:nvPicPr>
          <p:cNvPr id="5" name="Google Shape;262;p2">
            <a:extLst>
              <a:ext uri="{FF2B5EF4-FFF2-40B4-BE49-F238E27FC236}">
                <a16:creationId xmlns:a16="http://schemas.microsoft.com/office/drawing/2014/main" id="{23495FE9-4CFD-4841-801E-E38737618550}"/>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39"/>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31" name="Google Shape;531;p39"/>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32" name="Google Shape;532;p39"/>
          <p:cNvPicPr preferRelativeResize="0"/>
          <p:nvPr/>
        </p:nvPicPr>
        <p:blipFill rotWithShape="1">
          <a:blip r:embed="rId3">
            <a:alphaModFix/>
          </a:blip>
          <a:srcRect/>
          <a:stretch/>
        </p:blipFill>
        <p:spPr>
          <a:xfrm>
            <a:off x="1303101" y="1363701"/>
            <a:ext cx="9585798" cy="5494299"/>
          </a:xfrm>
          <a:prstGeom prst="rect">
            <a:avLst/>
          </a:prstGeom>
          <a:noFill/>
          <a:ln>
            <a:noFill/>
          </a:ln>
        </p:spPr>
      </p:pic>
      <p:pic>
        <p:nvPicPr>
          <p:cNvPr id="5" name="Google Shape;262;p2">
            <a:extLst>
              <a:ext uri="{FF2B5EF4-FFF2-40B4-BE49-F238E27FC236}">
                <a16:creationId xmlns:a16="http://schemas.microsoft.com/office/drawing/2014/main" id="{0C44B774-719C-4FF4-9B6A-BDDF58BFB08B}"/>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0"/>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38" name="Google Shape;538;p40"/>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39" name="Google Shape;539;p40"/>
          <p:cNvPicPr preferRelativeResize="0"/>
          <p:nvPr/>
        </p:nvPicPr>
        <p:blipFill rotWithShape="1">
          <a:blip r:embed="rId3">
            <a:alphaModFix/>
          </a:blip>
          <a:srcRect/>
          <a:stretch/>
        </p:blipFill>
        <p:spPr>
          <a:xfrm>
            <a:off x="1444692" y="1319568"/>
            <a:ext cx="9302616" cy="5338800"/>
          </a:xfrm>
          <a:prstGeom prst="rect">
            <a:avLst/>
          </a:prstGeom>
          <a:noFill/>
          <a:ln>
            <a:noFill/>
          </a:ln>
        </p:spPr>
      </p:pic>
      <p:pic>
        <p:nvPicPr>
          <p:cNvPr id="5" name="Google Shape;262;p2">
            <a:extLst>
              <a:ext uri="{FF2B5EF4-FFF2-40B4-BE49-F238E27FC236}">
                <a16:creationId xmlns:a16="http://schemas.microsoft.com/office/drawing/2014/main" id="{BFE5C7DF-C4C2-4666-9C85-745A1CA6DBCA}"/>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41"/>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45" name="Google Shape;545;p41"/>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46" name="Google Shape;546;p41"/>
          <p:cNvPicPr preferRelativeResize="0"/>
          <p:nvPr/>
        </p:nvPicPr>
        <p:blipFill rotWithShape="1">
          <a:blip r:embed="rId3">
            <a:alphaModFix/>
          </a:blip>
          <a:srcRect/>
          <a:stretch/>
        </p:blipFill>
        <p:spPr>
          <a:xfrm>
            <a:off x="1476499" y="1319568"/>
            <a:ext cx="9239002" cy="5338800"/>
          </a:xfrm>
          <a:prstGeom prst="rect">
            <a:avLst/>
          </a:prstGeom>
          <a:noFill/>
          <a:ln>
            <a:noFill/>
          </a:ln>
        </p:spPr>
      </p:pic>
      <p:pic>
        <p:nvPicPr>
          <p:cNvPr id="5" name="Google Shape;262;p2">
            <a:extLst>
              <a:ext uri="{FF2B5EF4-FFF2-40B4-BE49-F238E27FC236}">
                <a16:creationId xmlns:a16="http://schemas.microsoft.com/office/drawing/2014/main" id="{3A8C3620-0AF3-43A9-8A2B-A4FAC4B1D5AA}"/>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42"/>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52" name="Google Shape;552;p42"/>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53" name="Google Shape;553;p42"/>
          <p:cNvPicPr preferRelativeResize="0"/>
          <p:nvPr/>
        </p:nvPicPr>
        <p:blipFill rotWithShape="1">
          <a:blip r:embed="rId3">
            <a:alphaModFix/>
          </a:blip>
          <a:srcRect/>
          <a:stretch/>
        </p:blipFill>
        <p:spPr>
          <a:xfrm>
            <a:off x="1496336" y="1319568"/>
            <a:ext cx="9199327" cy="5338800"/>
          </a:xfrm>
          <a:prstGeom prst="rect">
            <a:avLst/>
          </a:prstGeom>
          <a:noFill/>
          <a:ln>
            <a:noFill/>
          </a:ln>
        </p:spPr>
      </p:pic>
      <p:pic>
        <p:nvPicPr>
          <p:cNvPr id="5" name="Google Shape;262;p2">
            <a:extLst>
              <a:ext uri="{FF2B5EF4-FFF2-40B4-BE49-F238E27FC236}">
                <a16:creationId xmlns:a16="http://schemas.microsoft.com/office/drawing/2014/main" id="{EA40F55A-3D69-4E14-ADEF-5F387BCD19BD}"/>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43"/>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59" name="Google Shape;559;p43"/>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60" name="Google Shape;560;p43"/>
          <p:cNvPicPr preferRelativeResize="0"/>
          <p:nvPr/>
        </p:nvPicPr>
        <p:blipFill rotWithShape="1">
          <a:blip r:embed="rId3">
            <a:alphaModFix/>
          </a:blip>
          <a:srcRect/>
          <a:stretch/>
        </p:blipFill>
        <p:spPr>
          <a:xfrm>
            <a:off x="1459391" y="1319568"/>
            <a:ext cx="9273217" cy="5338800"/>
          </a:xfrm>
          <a:prstGeom prst="rect">
            <a:avLst/>
          </a:prstGeom>
          <a:noFill/>
          <a:ln>
            <a:noFill/>
          </a:ln>
        </p:spPr>
      </p:pic>
      <p:pic>
        <p:nvPicPr>
          <p:cNvPr id="5" name="Google Shape;262;p2">
            <a:extLst>
              <a:ext uri="{FF2B5EF4-FFF2-40B4-BE49-F238E27FC236}">
                <a16:creationId xmlns:a16="http://schemas.microsoft.com/office/drawing/2014/main" id="{152FE145-AB45-4C52-9E92-5C2D5C156A7E}"/>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44"/>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66" name="Google Shape;566;p44"/>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67" name="Google Shape;567;p44"/>
          <p:cNvPicPr preferRelativeResize="0"/>
          <p:nvPr/>
        </p:nvPicPr>
        <p:blipFill rotWithShape="1">
          <a:blip r:embed="rId3">
            <a:alphaModFix/>
          </a:blip>
          <a:srcRect/>
          <a:stretch/>
        </p:blipFill>
        <p:spPr>
          <a:xfrm>
            <a:off x="1401537" y="1319568"/>
            <a:ext cx="9388925" cy="5338800"/>
          </a:xfrm>
          <a:prstGeom prst="rect">
            <a:avLst/>
          </a:prstGeom>
          <a:noFill/>
          <a:ln>
            <a:noFill/>
          </a:ln>
        </p:spPr>
      </p:pic>
      <p:pic>
        <p:nvPicPr>
          <p:cNvPr id="5" name="Google Shape;262;p2">
            <a:extLst>
              <a:ext uri="{FF2B5EF4-FFF2-40B4-BE49-F238E27FC236}">
                <a16:creationId xmlns:a16="http://schemas.microsoft.com/office/drawing/2014/main" id="{197A6D72-0229-46F4-89F8-5A98B3F0A5CA}"/>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45"/>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73" name="Google Shape;573;p45"/>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74" name="Google Shape;574;p45"/>
          <p:cNvPicPr preferRelativeResize="0"/>
          <p:nvPr/>
        </p:nvPicPr>
        <p:blipFill rotWithShape="1">
          <a:blip r:embed="rId3">
            <a:alphaModFix/>
          </a:blip>
          <a:srcRect/>
          <a:stretch/>
        </p:blipFill>
        <p:spPr>
          <a:xfrm>
            <a:off x="1476172" y="1319568"/>
            <a:ext cx="9239655" cy="5295900"/>
          </a:xfrm>
          <a:prstGeom prst="rect">
            <a:avLst/>
          </a:prstGeom>
          <a:noFill/>
          <a:ln>
            <a:noFill/>
          </a:ln>
        </p:spPr>
      </p:pic>
      <p:pic>
        <p:nvPicPr>
          <p:cNvPr id="5" name="Google Shape;262;p2">
            <a:extLst>
              <a:ext uri="{FF2B5EF4-FFF2-40B4-BE49-F238E27FC236}">
                <a16:creationId xmlns:a16="http://schemas.microsoft.com/office/drawing/2014/main" id="{80F74D37-A01D-43E7-AD73-446CBDE02BEB}"/>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46"/>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80" name="Google Shape;580;p46"/>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81" name="Google Shape;581;p46"/>
          <p:cNvPicPr preferRelativeResize="0"/>
          <p:nvPr/>
        </p:nvPicPr>
        <p:blipFill rotWithShape="1">
          <a:blip r:embed="rId3">
            <a:alphaModFix/>
          </a:blip>
          <a:srcRect/>
          <a:stretch/>
        </p:blipFill>
        <p:spPr>
          <a:xfrm>
            <a:off x="1334919" y="1319568"/>
            <a:ext cx="9522161" cy="5457824"/>
          </a:xfrm>
          <a:prstGeom prst="rect">
            <a:avLst/>
          </a:prstGeom>
          <a:noFill/>
          <a:ln>
            <a:noFill/>
          </a:ln>
        </p:spPr>
      </p:pic>
      <p:pic>
        <p:nvPicPr>
          <p:cNvPr id="5" name="Google Shape;262;p2">
            <a:extLst>
              <a:ext uri="{FF2B5EF4-FFF2-40B4-BE49-F238E27FC236}">
                <a16:creationId xmlns:a16="http://schemas.microsoft.com/office/drawing/2014/main" id="{1289A968-DA91-4710-9365-F4DC2228DFD9}"/>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47"/>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87" name="Google Shape;587;p47"/>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88" name="Google Shape;588;p47"/>
          <p:cNvPicPr preferRelativeResize="0"/>
          <p:nvPr/>
        </p:nvPicPr>
        <p:blipFill rotWithShape="1">
          <a:blip r:embed="rId3">
            <a:alphaModFix/>
          </a:blip>
          <a:srcRect/>
          <a:stretch/>
        </p:blipFill>
        <p:spPr>
          <a:xfrm>
            <a:off x="1585507" y="1411209"/>
            <a:ext cx="9020985" cy="5170565"/>
          </a:xfrm>
          <a:prstGeom prst="rect">
            <a:avLst/>
          </a:prstGeom>
          <a:noFill/>
          <a:ln>
            <a:noFill/>
          </a:ln>
        </p:spPr>
      </p:pic>
      <p:pic>
        <p:nvPicPr>
          <p:cNvPr id="5" name="Google Shape;262;p2">
            <a:extLst>
              <a:ext uri="{FF2B5EF4-FFF2-40B4-BE49-F238E27FC236}">
                <a16:creationId xmlns:a16="http://schemas.microsoft.com/office/drawing/2014/main" id="{93461925-A431-4F13-B8EA-946CAC780940}"/>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48"/>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594" name="Google Shape;594;p48"/>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595" name="Google Shape;595;p48"/>
          <p:cNvPicPr preferRelativeResize="0"/>
          <p:nvPr/>
        </p:nvPicPr>
        <p:blipFill rotWithShape="1">
          <a:blip r:embed="rId3">
            <a:alphaModFix/>
          </a:blip>
          <a:srcRect/>
          <a:stretch/>
        </p:blipFill>
        <p:spPr>
          <a:xfrm>
            <a:off x="1704975" y="1361113"/>
            <a:ext cx="9115425" cy="5224695"/>
          </a:xfrm>
          <a:prstGeom prst="rect">
            <a:avLst/>
          </a:prstGeom>
          <a:noFill/>
          <a:ln>
            <a:noFill/>
          </a:ln>
        </p:spPr>
      </p:pic>
      <p:pic>
        <p:nvPicPr>
          <p:cNvPr id="5" name="Google Shape;262;p2">
            <a:extLst>
              <a:ext uri="{FF2B5EF4-FFF2-40B4-BE49-F238E27FC236}">
                <a16:creationId xmlns:a16="http://schemas.microsoft.com/office/drawing/2014/main" id="{A7305A63-EB6D-45AD-919A-78F7E1CF32C4}"/>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9"/>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601" name="Google Shape;601;p49"/>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602" name="Google Shape;602;p49"/>
          <p:cNvPicPr preferRelativeResize="0"/>
          <p:nvPr/>
        </p:nvPicPr>
        <p:blipFill rotWithShape="1">
          <a:blip r:embed="rId3">
            <a:alphaModFix/>
          </a:blip>
          <a:srcRect/>
          <a:stretch/>
        </p:blipFill>
        <p:spPr>
          <a:xfrm>
            <a:off x="1440695" y="1319568"/>
            <a:ext cx="9310610" cy="5338800"/>
          </a:xfrm>
          <a:prstGeom prst="rect">
            <a:avLst/>
          </a:prstGeom>
          <a:noFill/>
          <a:ln>
            <a:noFill/>
          </a:ln>
        </p:spPr>
      </p:pic>
      <p:pic>
        <p:nvPicPr>
          <p:cNvPr id="5" name="Google Shape;262;p2">
            <a:extLst>
              <a:ext uri="{FF2B5EF4-FFF2-40B4-BE49-F238E27FC236}">
                <a16:creationId xmlns:a16="http://schemas.microsoft.com/office/drawing/2014/main" id="{34D7E369-0252-4032-B401-8C9BA4F25489}"/>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50"/>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608" name="Google Shape;608;p50"/>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609" name="Google Shape;609;p50"/>
          <p:cNvPicPr preferRelativeResize="0"/>
          <p:nvPr/>
        </p:nvPicPr>
        <p:blipFill rotWithShape="1">
          <a:blip r:embed="rId3">
            <a:alphaModFix/>
          </a:blip>
          <a:srcRect/>
          <a:stretch/>
        </p:blipFill>
        <p:spPr>
          <a:xfrm>
            <a:off x="1439320" y="1319568"/>
            <a:ext cx="9313359" cy="5338800"/>
          </a:xfrm>
          <a:prstGeom prst="rect">
            <a:avLst/>
          </a:prstGeom>
          <a:noFill/>
          <a:ln>
            <a:noFill/>
          </a:ln>
        </p:spPr>
      </p:pic>
      <p:pic>
        <p:nvPicPr>
          <p:cNvPr id="5" name="Google Shape;262;p2">
            <a:extLst>
              <a:ext uri="{FF2B5EF4-FFF2-40B4-BE49-F238E27FC236}">
                <a16:creationId xmlns:a16="http://schemas.microsoft.com/office/drawing/2014/main" id="{08D8688E-774F-4FD4-998D-89CE68AC3F7B}"/>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51"/>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615" name="Google Shape;615;p51"/>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616" name="Google Shape;616;p51"/>
          <p:cNvPicPr preferRelativeResize="0"/>
          <p:nvPr/>
        </p:nvPicPr>
        <p:blipFill rotWithShape="1">
          <a:blip r:embed="rId3">
            <a:alphaModFix/>
          </a:blip>
          <a:srcRect/>
          <a:stretch/>
        </p:blipFill>
        <p:spPr>
          <a:xfrm>
            <a:off x="1532698" y="1319568"/>
            <a:ext cx="9126604" cy="5338800"/>
          </a:xfrm>
          <a:prstGeom prst="rect">
            <a:avLst/>
          </a:prstGeom>
          <a:noFill/>
          <a:ln>
            <a:noFill/>
          </a:ln>
        </p:spPr>
      </p:pic>
      <p:pic>
        <p:nvPicPr>
          <p:cNvPr id="5" name="Google Shape;262;p2">
            <a:extLst>
              <a:ext uri="{FF2B5EF4-FFF2-40B4-BE49-F238E27FC236}">
                <a16:creationId xmlns:a16="http://schemas.microsoft.com/office/drawing/2014/main" id="{51FE8BE9-990B-40E3-89B5-B75561E4E976}"/>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52"/>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622" name="Google Shape;622;p52"/>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623" name="Google Shape;623;p52"/>
          <p:cNvPicPr preferRelativeResize="0"/>
          <p:nvPr/>
        </p:nvPicPr>
        <p:blipFill rotWithShape="1">
          <a:blip r:embed="rId3">
            <a:alphaModFix/>
          </a:blip>
          <a:srcRect/>
          <a:stretch/>
        </p:blipFill>
        <p:spPr>
          <a:xfrm>
            <a:off x="1436683" y="1319568"/>
            <a:ext cx="9318633" cy="5338800"/>
          </a:xfrm>
          <a:prstGeom prst="rect">
            <a:avLst/>
          </a:prstGeom>
          <a:noFill/>
          <a:ln>
            <a:noFill/>
          </a:ln>
        </p:spPr>
      </p:pic>
      <p:pic>
        <p:nvPicPr>
          <p:cNvPr id="5" name="Google Shape;262;p2">
            <a:extLst>
              <a:ext uri="{FF2B5EF4-FFF2-40B4-BE49-F238E27FC236}">
                <a16:creationId xmlns:a16="http://schemas.microsoft.com/office/drawing/2014/main" id="{EF04E686-8790-4E16-9980-056FE25A9D7A}"/>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53"/>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629" name="Google Shape;629;p53"/>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630" name="Google Shape;630;p53"/>
          <p:cNvPicPr preferRelativeResize="0"/>
          <p:nvPr/>
        </p:nvPicPr>
        <p:blipFill rotWithShape="1">
          <a:blip r:embed="rId3">
            <a:alphaModFix/>
          </a:blip>
          <a:srcRect/>
          <a:stretch/>
        </p:blipFill>
        <p:spPr>
          <a:xfrm>
            <a:off x="1454031" y="1319568"/>
            <a:ext cx="9283937" cy="5338800"/>
          </a:xfrm>
          <a:prstGeom prst="rect">
            <a:avLst/>
          </a:prstGeom>
          <a:noFill/>
          <a:ln>
            <a:noFill/>
          </a:ln>
        </p:spPr>
      </p:pic>
      <p:pic>
        <p:nvPicPr>
          <p:cNvPr id="5" name="Google Shape;262;p2">
            <a:extLst>
              <a:ext uri="{FF2B5EF4-FFF2-40B4-BE49-F238E27FC236}">
                <a16:creationId xmlns:a16="http://schemas.microsoft.com/office/drawing/2014/main" id="{98A5EE7E-16CB-4B1E-94B6-42E966FB9337}"/>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54"/>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MOCKUPS ADMINISTRADOR</a:t>
            </a:r>
            <a:endParaRPr sz="1400" b="0" i="0" u="none" strike="noStrike" cap="none">
              <a:solidFill>
                <a:srgbClr val="000000"/>
              </a:solidFill>
              <a:latin typeface="Arial"/>
              <a:ea typeface="Arial"/>
              <a:cs typeface="Arial"/>
              <a:sym typeface="Arial"/>
            </a:endParaRPr>
          </a:p>
        </p:txBody>
      </p:sp>
      <p:cxnSp>
        <p:nvCxnSpPr>
          <p:cNvPr id="636" name="Google Shape;636;p54"/>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637" name="Google Shape;637;p54"/>
          <p:cNvPicPr preferRelativeResize="0"/>
          <p:nvPr/>
        </p:nvPicPr>
        <p:blipFill rotWithShape="1">
          <a:blip r:embed="rId3">
            <a:alphaModFix/>
          </a:blip>
          <a:srcRect/>
          <a:stretch/>
        </p:blipFill>
        <p:spPr>
          <a:xfrm>
            <a:off x="1429931" y="1319568"/>
            <a:ext cx="9332138" cy="5338800"/>
          </a:xfrm>
          <a:prstGeom prst="rect">
            <a:avLst/>
          </a:prstGeom>
          <a:noFill/>
          <a:ln>
            <a:noFill/>
          </a:ln>
        </p:spPr>
      </p:pic>
      <p:pic>
        <p:nvPicPr>
          <p:cNvPr id="5" name="Google Shape;262;p2">
            <a:extLst>
              <a:ext uri="{FF2B5EF4-FFF2-40B4-BE49-F238E27FC236}">
                <a16:creationId xmlns:a16="http://schemas.microsoft.com/office/drawing/2014/main" id="{A0CDF63B-5104-48DA-BA34-7DC9DC73655C}"/>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41"/>
        <p:cNvGrpSpPr/>
        <p:nvPr/>
      </p:nvGrpSpPr>
      <p:grpSpPr>
        <a:xfrm>
          <a:off x="0" y="0"/>
          <a:ext cx="0" cy="0"/>
          <a:chOff x="0" y="0"/>
          <a:chExt cx="0" cy="0"/>
        </a:xfrm>
      </p:grpSpPr>
      <p:sp>
        <p:nvSpPr>
          <p:cNvPr id="642" name="Google Shape;642;p105"/>
          <p:cNvSpPr txBox="1"/>
          <p:nvPr/>
        </p:nvSpPr>
        <p:spPr>
          <a:xfrm>
            <a:off x="2929908" y="2539470"/>
            <a:ext cx="6332183"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BASE DE DATOS</a:t>
            </a:r>
            <a:endParaRPr sz="1400" b="0" i="0" u="none" strike="noStrike" cap="none">
              <a:solidFill>
                <a:srgbClr val="000000"/>
              </a:solidFill>
              <a:latin typeface="Arial"/>
              <a:ea typeface="Arial"/>
              <a:cs typeface="Arial"/>
              <a:sym typeface="Arial"/>
            </a:endParaRPr>
          </a:p>
        </p:txBody>
      </p:sp>
      <p:cxnSp>
        <p:nvCxnSpPr>
          <p:cNvPr id="643" name="Google Shape;643;p105"/>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58"/>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MODELO ENTIDAD RELACIÓN</a:t>
            </a:r>
            <a:endParaRPr sz="3600" b="1" i="0" u="none" strike="noStrike" cap="none">
              <a:solidFill>
                <a:srgbClr val="38AA00"/>
              </a:solidFill>
              <a:latin typeface="Work Sans"/>
              <a:ea typeface="Work Sans"/>
              <a:cs typeface="Work Sans"/>
              <a:sym typeface="Work Sans"/>
            </a:endParaRPr>
          </a:p>
        </p:txBody>
      </p:sp>
      <p:cxnSp>
        <p:nvCxnSpPr>
          <p:cNvPr id="649" name="Google Shape;649;p58"/>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650" name="Google Shape;650;p58">
            <a:hlinkClick r:id="rId3"/>
          </p:cNvPr>
          <p:cNvPicPr preferRelativeResize="0"/>
          <p:nvPr/>
        </p:nvPicPr>
        <p:blipFill rotWithShape="1">
          <a:blip r:embed="rId4">
            <a:alphaModFix/>
          </a:blip>
          <a:srcRect/>
          <a:stretch/>
        </p:blipFill>
        <p:spPr>
          <a:xfrm>
            <a:off x="2325949" y="1319568"/>
            <a:ext cx="7540101" cy="5479808"/>
          </a:xfrm>
          <a:prstGeom prst="rect">
            <a:avLst/>
          </a:prstGeom>
          <a:noFill/>
          <a:ln>
            <a:noFill/>
          </a:ln>
        </p:spPr>
      </p:pic>
      <p:pic>
        <p:nvPicPr>
          <p:cNvPr id="5" name="Google Shape;262;p2">
            <a:extLst>
              <a:ext uri="{FF2B5EF4-FFF2-40B4-BE49-F238E27FC236}">
                <a16:creationId xmlns:a16="http://schemas.microsoft.com/office/drawing/2014/main" id="{F75BD79F-79DC-4C0C-A3BD-CF8E7EE67768}"/>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59"/>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MODELO RELACIONAL</a:t>
            </a:r>
            <a:endParaRPr sz="3600" b="1" i="0" u="none" strike="noStrike" cap="none">
              <a:solidFill>
                <a:srgbClr val="38AA00"/>
              </a:solidFill>
              <a:latin typeface="Work Sans"/>
              <a:ea typeface="Work Sans"/>
              <a:cs typeface="Work Sans"/>
              <a:sym typeface="Work Sans"/>
            </a:endParaRPr>
          </a:p>
        </p:txBody>
      </p:sp>
      <p:cxnSp>
        <p:nvCxnSpPr>
          <p:cNvPr id="656" name="Google Shape;656;p59"/>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657" name="Google Shape;657;p59">
            <a:hlinkClick r:id="rId3"/>
          </p:cNvPr>
          <p:cNvPicPr preferRelativeResize="0"/>
          <p:nvPr/>
        </p:nvPicPr>
        <p:blipFill rotWithShape="1">
          <a:blip r:embed="rId4">
            <a:alphaModFix/>
          </a:blip>
          <a:srcRect/>
          <a:stretch/>
        </p:blipFill>
        <p:spPr>
          <a:xfrm>
            <a:off x="3975050" y="1682086"/>
            <a:ext cx="4241900" cy="4092345"/>
          </a:xfrm>
          <a:prstGeom prst="rect">
            <a:avLst/>
          </a:prstGeom>
          <a:noFill/>
          <a:ln>
            <a:noFill/>
          </a:ln>
        </p:spPr>
      </p:pic>
      <p:pic>
        <p:nvPicPr>
          <p:cNvPr id="5" name="Google Shape;262;p2">
            <a:extLst>
              <a:ext uri="{FF2B5EF4-FFF2-40B4-BE49-F238E27FC236}">
                <a16:creationId xmlns:a16="http://schemas.microsoft.com/office/drawing/2014/main" id="{A8D73C61-6C96-494A-9FFD-65CE874FEEC4}"/>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63"/>
          <p:cNvSpPr txBox="1"/>
          <p:nvPr/>
        </p:nvSpPr>
        <p:spPr>
          <a:xfrm>
            <a:off x="974674" y="642970"/>
            <a:ext cx="782642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NORMALIZACIÓN (NF1, NF2, NF3)</a:t>
            </a:r>
            <a:endParaRPr sz="1400" b="0" i="0" u="none" strike="noStrike" cap="none">
              <a:solidFill>
                <a:srgbClr val="000000"/>
              </a:solidFill>
              <a:latin typeface="Arial"/>
              <a:ea typeface="Arial"/>
              <a:cs typeface="Arial"/>
              <a:sym typeface="Arial"/>
            </a:endParaRPr>
          </a:p>
        </p:txBody>
      </p:sp>
      <p:cxnSp>
        <p:nvCxnSpPr>
          <p:cNvPr id="663" name="Google Shape;663;p63"/>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664" name="Google Shape;664;p63">
            <a:hlinkClick r:id="rId3"/>
          </p:cNvPr>
          <p:cNvPicPr preferRelativeResize="0"/>
          <p:nvPr/>
        </p:nvPicPr>
        <p:blipFill rotWithShape="1">
          <a:blip r:embed="rId4">
            <a:alphaModFix/>
          </a:blip>
          <a:srcRect/>
          <a:stretch/>
        </p:blipFill>
        <p:spPr>
          <a:xfrm>
            <a:off x="1923467" y="1833340"/>
            <a:ext cx="8345065" cy="3191320"/>
          </a:xfrm>
          <a:prstGeom prst="rect">
            <a:avLst/>
          </a:prstGeom>
          <a:noFill/>
          <a:ln>
            <a:noFill/>
          </a:ln>
        </p:spPr>
      </p:pic>
      <p:pic>
        <p:nvPicPr>
          <p:cNvPr id="7" name="Google Shape;262;p2">
            <a:extLst>
              <a:ext uri="{FF2B5EF4-FFF2-40B4-BE49-F238E27FC236}">
                <a16:creationId xmlns:a16="http://schemas.microsoft.com/office/drawing/2014/main" id="{024A38D9-D0D2-4A6E-8A22-A4192D7F411F}"/>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61"/>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DICCIONARIO DE DATOS</a:t>
            </a:r>
            <a:endParaRPr sz="3600" b="1" i="0" u="none" strike="noStrike" cap="none">
              <a:solidFill>
                <a:srgbClr val="38AA00"/>
              </a:solidFill>
              <a:latin typeface="Work Sans"/>
              <a:ea typeface="Work Sans"/>
              <a:cs typeface="Work Sans"/>
              <a:sym typeface="Work Sans"/>
            </a:endParaRPr>
          </a:p>
        </p:txBody>
      </p:sp>
      <p:cxnSp>
        <p:nvCxnSpPr>
          <p:cNvPr id="670" name="Google Shape;670;p61"/>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671" name="Google Shape;671;p61">
            <a:hlinkClick r:id="rId3"/>
          </p:cNvPr>
          <p:cNvPicPr preferRelativeResize="0"/>
          <p:nvPr/>
        </p:nvPicPr>
        <p:blipFill rotWithShape="1">
          <a:blip r:embed="rId4">
            <a:alphaModFix/>
          </a:blip>
          <a:srcRect/>
          <a:stretch/>
        </p:blipFill>
        <p:spPr>
          <a:xfrm>
            <a:off x="1555316" y="1615161"/>
            <a:ext cx="9081367" cy="3627677"/>
          </a:xfrm>
          <a:prstGeom prst="rect">
            <a:avLst/>
          </a:prstGeom>
          <a:noFill/>
          <a:ln>
            <a:noFill/>
          </a:ln>
        </p:spPr>
      </p:pic>
      <p:pic>
        <p:nvPicPr>
          <p:cNvPr id="7" name="Google Shape;262;p2">
            <a:extLst>
              <a:ext uri="{FF2B5EF4-FFF2-40B4-BE49-F238E27FC236}">
                <a16:creationId xmlns:a16="http://schemas.microsoft.com/office/drawing/2014/main" id="{C9FEAF43-EFD4-440C-BF33-DF0125A3F1E5}"/>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75"/>
        <p:cNvGrpSpPr/>
        <p:nvPr/>
      </p:nvGrpSpPr>
      <p:grpSpPr>
        <a:xfrm>
          <a:off x="0" y="0"/>
          <a:ext cx="0" cy="0"/>
          <a:chOff x="0" y="0"/>
          <a:chExt cx="0" cy="0"/>
        </a:xfrm>
      </p:grpSpPr>
      <p:sp>
        <p:nvSpPr>
          <p:cNvPr id="676" name="Google Shape;676;p106"/>
          <p:cNvSpPr txBox="1"/>
          <p:nvPr/>
        </p:nvSpPr>
        <p:spPr>
          <a:xfrm>
            <a:off x="3155931" y="2539470"/>
            <a:ext cx="5880136"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s-CO" sz="6000" b="1" i="0" u="none" strike="noStrike" cap="none">
                <a:solidFill>
                  <a:srgbClr val="FFFFFF"/>
                </a:solidFill>
                <a:latin typeface="Work Sans"/>
                <a:ea typeface="Work Sans"/>
                <a:cs typeface="Work Sans"/>
                <a:sym typeface="Work Sans"/>
              </a:rPr>
              <a:t>CASOS DE USO</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6000"/>
              <a:buFont typeface="Work Sans"/>
              <a:buNone/>
            </a:pPr>
            <a:endParaRPr sz="6000" b="1" i="0" u="none" strike="noStrike" cap="none">
              <a:solidFill>
                <a:srgbClr val="FFFFFF"/>
              </a:solidFill>
              <a:latin typeface="Work Sans"/>
              <a:ea typeface="Work Sans"/>
              <a:cs typeface="Work Sans"/>
              <a:sym typeface="Work Sans"/>
            </a:endParaRPr>
          </a:p>
        </p:txBody>
      </p:sp>
      <p:cxnSp>
        <p:nvCxnSpPr>
          <p:cNvPr id="677" name="Google Shape;677;p106"/>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65"/>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DIAGRAMA CASOS DE USO</a:t>
            </a:r>
            <a:endParaRPr sz="3600" b="1" i="0" u="none" strike="noStrike" cap="none">
              <a:solidFill>
                <a:srgbClr val="38AA00"/>
              </a:solidFill>
              <a:latin typeface="Work Sans"/>
              <a:ea typeface="Work Sans"/>
              <a:cs typeface="Work Sans"/>
              <a:sym typeface="Work Sans"/>
            </a:endParaRPr>
          </a:p>
        </p:txBody>
      </p:sp>
      <p:cxnSp>
        <p:nvCxnSpPr>
          <p:cNvPr id="683" name="Google Shape;683;p65"/>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3" name="Imagen 2">
            <a:hlinkClick r:id="rId3"/>
            <a:extLst>
              <a:ext uri="{FF2B5EF4-FFF2-40B4-BE49-F238E27FC236}">
                <a16:creationId xmlns:a16="http://schemas.microsoft.com/office/drawing/2014/main" id="{44E35CA4-503E-41AF-8570-8044D26EDE5D}"/>
              </a:ext>
            </a:extLst>
          </p:cNvPr>
          <p:cNvPicPr>
            <a:picLocks noChangeAspect="1"/>
          </p:cNvPicPr>
          <p:nvPr/>
        </p:nvPicPr>
        <p:blipFill>
          <a:blip r:embed="rId4"/>
          <a:stretch>
            <a:fillRect/>
          </a:stretch>
        </p:blipFill>
        <p:spPr>
          <a:xfrm>
            <a:off x="2673561" y="1319568"/>
            <a:ext cx="6844878" cy="5106837"/>
          </a:xfrm>
          <a:prstGeom prst="rect">
            <a:avLst/>
          </a:prstGeom>
        </p:spPr>
      </p:pic>
      <p:pic>
        <p:nvPicPr>
          <p:cNvPr id="5" name="Google Shape;262;p2">
            <a:extLst>
              <a:ext uri="{FF2B5EF4-FFF2-40B4-BE49-F238E27FC236}">
                <a16:creationId xmlns:a16="http://schemas.microsoft.com/office/drawing/2014/main" id="{C0953D99-2856-49F0-A310-EBBD882D3927}"/>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66"/>
          <p:cNvSpPr txBox="1"/>
          <p:nvPr/>
        </p:nvSpPr>
        <p:spPr>
          <a:xfrm>
            <a:off x="974674" y="642970"/>
            <a:ext cx="839792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DOCUMENTACIÓN CASOS DE USO</a:t>
            </a:r>
            <a:endParaRPr sz="1400" b="0" i="0" u="none" strike="noStrike" cap="none">
              <a:solidFill>
                <a:srgbClr val="000000"/>
              </a:solidFill>
              <a:latin typeface="Arial"/>
              <a:ea typeface="Arial"/>
              <a:cs typeface="Arial"/>
              <a:sym typeface="Arial"/>
            </a:endParaRPr>
          </a:p>
        </p:txBody>
      </p:sp>
      <p:cxnSp>
        <p:nvCxnSpPr>
          <p:cNvPr id="690" name="Google Shape;690;p66"/>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691" name="Google Shape;691;p66">
            <a:hlinkClick r:id="rId3"/>
          </p:cNvPr>
          <p:cNvPicPr preferRelativeResize="0"/>
          <p:nvPr/>
        </p:nvPicPr>
        <p:blipFill rotWithShape="1">
          <a:blip r:embed="rId4">
            <a:alphaModFix/>
          </a:blip>
          <a:srcRect/>
          <a:stretch/>
        </p:blipFill>
        <p:spPr>
          <a:xfrm>
            <a:off x="3670026" y="1319568"/>
            <a:ext cx="4851948" cy="5451797"/>
          </a:xfrm>
          <a:prstGeom prst="rect">
            <a:avLst/>
          </a:prstGeom>
          <a:noFill/>
          <a:ln>
            <a:noFill/>
          </a:ln>
        </p:spPr>
      </p:pic>
      <p:pic>
        <p:nvPicPr>
          <p:cNvPr id="5" name="Google Shape;262;p2">
            <a:extLst>
              <a:ext uri="{FF2B5EF4-FFF2-40B4-BE49-F238E27FC236}">
                <a16:creationId xmlns:a16="http://schemas.microsoft.com/office/drawing/2014/main" id="{771D43E8-9B79-4C98-B5A3-3936E5E25513}"/>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95"/>
        <p:cNvGrpSpPr/>
        <p:nvPr/>
      </p:nvGrpSpPr>
      <p:grpSpPr>
        <a:xfrm>
          <a:off x="0" y="0"/>
          <a:ext cx="0" cy="0"/>
          <a:chOff x="0" y="0"/>
          <a:chExt cx="0" cy="0"/>
        </a:xfrm>
      </p:grpSpPr>
      <p:sp>
        <p:nvSpPr>
          <p:cNvPr id="696" name="Google Shape;696;p107"/>
          <p:cNvSpPr txBox="1"/>
          <p:nvPr/>
        </p:nvSpPr>
        <p:spPr>
          <a:xfrm>
            <a:off x="3130284" y="2325268"/>
            <a:ext cx="5931432"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PLATAFORMA</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 TECNOLÓGICA</a:t>
            </a:r>
            <a:endParaRPr sz="1400" b="0" i="0" u="none" strike="noStrike" cap="none">
              <a:solidFill>
                <a:srgbClr val="000000"/>
              </a:solidFill>
              <a:latin typeface="Arial"/>
              <a:ea typeface="Arial"/>
              <a:cs typeface="Arial"/>
              <a:sym typeface="Arial"/>
            </a:endParaRPr>
          </a:p>
        </p:txBody>
      </p:sp>
      <p:cxnSp>
        <p:nvCxnSpPr>
          <p:cNvPr id="697" name="Google Shape;697;p107"/>
          <p:cNvCxnSpPr/>
          <p:nvPr/>
        </p:nvCxnSpPr>
        <p:spPr>
          <a:xfrm>
            <a:off x="4972228" y="4264260"/>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108"/>
          <p:cNvSpPr txBox="1"/>
          <p:nvPr/>
        </p:nvSpPr>
        <p:spPr>
          <a:xfrm>
            <a:off x="974674" y="642970"/>
            <a:ext cx="839792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PLATAFORMA TECNOLÓGICA</a:t>
            </a:r>
            <a:endParaRPr sz="1400" b="0" i="0" u="none" strike="noStrike" cap="none">
              <a:solidFill>
                <a:srgbClr val="000000"/>
              </a:solidFill>
              <a:latin typeface="Arial"/>
              <a:ea typeface="Arial"/>
              <a:cs typeface="Arial"/>
              <a:sym typeface="Arial"/>
            </a:endParaRPr>
          </a:p>
        </p:txBody>
      </p:sp>
      <p:cxnSp>
        <p:nvCxnSpPr>
          <p:cNvPr id="703" name="Google Shape;703;p108"/>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704" name="Google Shape;704;p108">
            <a:hlinkClick r:id="rId3"/>
          </p:cNvPr>
          <p:cNvPicPr preferRelativeResize="0"/>
          <p:nvPr/>
        </p:nvPicPr>
        <p:blipFill rotWithShape="1">
          <a:blip r:embed="rId4">
            <a:alphaModFix/>
          </a:blip>
          <a:srcRect/>
          <a:stretch/>
        </p:blipFill>
        <p:spPr>
          <a:xfrm>
            <a:off x="2775375" y="1651031"/>
            <a:ext cx="6641249" cy="4097468"/>
          </a:xfrm>
          <a:prstGeom prst="rect">
            <a:avLst/>
          </a:prstGeom>
          <a:noFill/>
          <a:ln>
            <a:noFill/>
          </a:ln>
        </p:spPr>
      </p:pic>
      <p:pic>
        <p:nvPicPr>
          <p:cNvPr id="5" name="Google Shape;262;p2">
            <a:extLst>
              <a:ext uri="{FF2B5EF4-FFF2-40B4-BE49-F238E27FC236}">
                <a16:creationId xmlns:a16="http://schemas.microsoft.com/office/drawing/2014/main" id="{260239BB-9A23-40B6-B60C-F88E5CC30F7C}"/>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8"/>
        <p:cNvGrpSpPr/>
        <p:nvPr/>
      </p:nvGrpSpPr>
      <p:grpSpPr>
        <a:xfrm>
          <a:off x="0" y="0"/>
          <a:ext cx="0" cy="0"/>
          <a:chOff x="0" y="0"/>
          <a:chExt cx="0" cy="0"/>
        </a:xfrm>
      </p:grpSpPr>
      <p:sp>
        <p:nvSpPr>
          <p:cNvPr id="709" name="Google Shape;709;p1"/>
          <p:cNvSpPr txBox="1"/>
          <p:nvPr/>
        </p:nvSpPr>
        <p:spPr>
          <a:xfrm>
            <a:off x="2895047" y="2782468"/>
            <a:ext cx="6401905"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FICHA TÉCNICA</a:t>
            </a:r>
            <a:endParaRPr sz="1400" b="0" i="0" u="none" strike="noStrike" cap="none">
              <a:solidFill>
                <a:srgbClr val="000000"/>
              </a:solidFill>
              <a:latin typeface="Arial"/>
              <a:ea typeface="Arial"/>
              <a:cs typeface="Arial"/>
              <a:sym typeface="Arial"/>
            </a:endParaRPr>
          </a:p>
        </p:txBody>
      </p:sp>
      <p:cxnSp>
        <p:nvCxnSpPr>
          <p:cNvPr id="710" name="Google Shape;710;p1"/>
          <p:cNvCxnSpPr/>
          <p:nvPr/>
        </p:nvCxnSpPr>
        <p:spPr>
          <a:xfrm>
            <a:off x="4894591" y="3703543"/>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3"/>
          <p:cNvSpPr txBox="1"/>
          <p:nvPr/>
        </p:nvSpPr>
        <p:spPr>
          <a:xfrm>
            <a:off x="974674" y="642970"/>
            <a:ext cx="839792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FICHA TÉCNICA</a:t>
            </a:r>
            <a:endParaRPr sz="1400" b="0" i="0" u="none" strike="noStrike" cap="none">
              <a:solidFill>
                <a:srgbClr val="000000"/>
              </a:solidFill>
              <a:latin typeface="Arial"/>
              <a:ea typeface="Arial"/>
              <a:cs typeface="Arial"/>
              <a:sym typeface="Arial"/>
            </a:endParaRPr>
          </a:p>
        </p:txBody>
      </p:sp>
      <p:cxnSp>
        <p:nvCxnSpPr>
          <p:cNvPr id="716" name="Google Shape;716;p3"/>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717" name="Google Shape;717;p3">
            <a:hlinkClick r:id="rId3"/>
          </p:cNvPr>
          <p:cNvPicPr preferRelativeResize="0"/>
          <p:nvPr/>
        </p:nvPicPr>
        <p:blipFill rotWithShape="1">
          <a:blip r:embed="rId4">
            <a:alphaModFix/>
          </a:blip>
          <a:srcRect/>
          <a:stretch/>
        </p:blipFill>
        <p:spPr>
          <a:xfrm>
            <a:off x="2419031" y="1542886"/>
            <a:ext cx="7353937" cy="3772227"/>
          </a:xfrm>
          <a:prstGeom prst="rect">
            <a:avLst/>
          </a:prstGeom>
          <a:noFill/>
          <a:ln>
            <a:noFill/>
          </a:ln>
        </p:spPr>
      </p:pic>
      <p:sp>
        <p:nvSpPr>
          <p:cNvPr id="718" name="Google Shape;718;p3"/>
          <p:cNvSpPr txBox="1"/>
          <p:nvPr/>
        </p:nvSpPr>
        <p:spPr>
          <a:xfrm>
            <a:off x="3219675" y="5711675"/>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s-CO" sz="1100" u="sng">
                <a:solidFill>
                  <a:schemeClr val="hlink"/>
                </a:solidFill>
                <a:hlinkClick r:id="rId3"/>
              </a:rPr>
              <a:t>Documentación Ficha Técnica y Diagrama de Despliegue (1).docx</a:t>
            </a:r>
            <a:endParaRPr/>
          </a:p>
        </p:txBody>
      </p:sp>
      <p:pic>
        <p:nvPicPr>
          <p:cNvPr id="6" name="Google Shape;262;p2">
            <a:extLst>
              <a:ext uri="{FF2B5EF4-FFF2-40B4-BE49-F238E27FC236}">
                <a16:creationId xmlns:a16="http://schemas.microsoft.com/office/drawing/2014/main" id="{81D15B21-F27C-4329-BDC5-81D0C18B629B}"/>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2"/>
        <p:cNvGrpSpPr/>
        <p:nvPr/>
      </p:nvGrpSpPr>
      <p:grpSpPr>
        <a:xfrm>
          <a:off x="0" y="0"/>
          <a:ext cx="0" cy="0"/>
          <a:chOff x="0" y="0"/>
          <a:chExt cx="0" cy="0"/>
        </a:xfrm>
      </p:grpSpPr>
      <p:sp>
        <p:nvSpPr>
          <p:cNvPr id="723" name="Google Shape;723;g3edb2346a82_2_8"/>
          <p:cNvSpPr txBox="1"/>
          <p:nvPr/>
        </p:nvSpPr>
        <p:spPr>
          <a:xfrm>
            <a:off x="2894997" y="2214293"/>
            <a:ext cx="6402000" cy="1939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a:solidFill>
                  <a:srgbClr val="FFFFFF"/>
                </a:solidFill>
                <a:latin typeface="Work Sans"/>
                <a:ea typeface="Work Sans"/>
                <a:cs typeface="Work Sans"/>
                <a:sym typeface="Work Sans"/>
              </a:rPr>
              <a:t>DIAGRAMA DE DESPLIEGUE</a:t>
            </a:r>
            <a:endParaRPr sz="1400" b="0" i="0" u="none" strike="noStrike" cap="none">
              <a:solidFill>
                <a:srgbClr val="000000"/>
              </a:solidFill>
              <a:latin typeface="Arial"/>
              <a:ea typeface="Arial"/>
              <a:cs typeface="Arial"/>
              <a:sym typeface="Arial"/>
            </a:endParaRPr>
          </a:p>
        </p:txBody>
      </p:sp>
      <p:cxnSp>
        <p:nvCxnSpPr>
          <p:cNvPr id="724" name="Google Shape;724;g3edb2346a82_2_8"/>
          <p:cNvCxnSpPr/>
          <p:nvPr/>
        </p:nvCxnSpPr>
        <p:spPr>
          <a:xfrm>
            <a:off x="5041966" y="4082318"/>
            <a:ext cx="2247600"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g3edb2346a82_2_0"/>
          <p:cNvSpPr txBox="1"/>
          <p:nvPr/>
        </p:nvSpPr>
        <p:spPr>
          <a:xfrm>
            <a:off x="974674" y="642970"/>
            <a:ext cx="8397900" cy="676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a:solidFill>
                  <a:srgbClr val="38AA00"/>
                </a:solidFill>
                <a:latin typeface="Work Sans"/>
                <a:ea typeface="Work Sans"/>
                <a:cs typeface="Work Sans"/>
                <a:sym typeface="Work Sans"/>
              </a:rPr>
              <a:t>DIAGRAMA DE DESPLIEGUE</a:t>
            </a:r>
            <a:endParaRPr sz="1400" b="0" i="0" u="none" strike="noStrike" cap="none">
              <a:solidFill>
                <a:srgbClr val="000000"/>
              </a:solidFill>
              <a:latin typeface="Arial"/>
              <a:ea typeface="Arial"/>
              <a:cs typeface="Arial"/>
              <a:sym typeface="Arial"/>
            </a:endParaRPr>
          </a:p>
        </p:txBody>
      </p:sp>
      <p:cxnSp>
        <p:nvCxnSpPr>
          <p:cNvPr id="730" name="Google Shape;730;g3edb2346a82_2_0"/>
          <p:cNvCxnSpPr/>
          <p:nvPr/>
        </p:nvCxnSpPr>
        <p:spPr>
          <a:xfrm>
            <a:off x="1066778" y="1188940"/>
            <a:ext cx="1425900" cy="0"/>
          </a:xfrm>
          <a:prstGeom prst="straightConnector1">
            <a:avLst/>
          </a:prstGeom>
          <a:noFill/>
          <a:ln w="12700" cap="flat" cmpd="sng">
            <a:solidFill>
              <a:srgbClr val="4D4D4C"/>
            </a:solidFill>
            <a:prstDash val="solid"/>
            <a:miter lim="0"/>
            <a:headEnd type="none" w="sm" len="sm"/>
            <a:tailEnd type="none" w="sm" len="sm"/>
          </a:ln>
        </p:spPr>
      </p:cxnSp>
      <p:pic>
        <p:nvPicPr>
          <p:cNvPr id="731" name="Google Shape;731;g3edb2346a82_2_0"/>
          <p:cNvPicPr preferRelativeResize="0"/>
          <p:nvPr/>
        </p:nvPicPr>
        <p:blipFill>
          <a:blip r:embed="rId3">
            <a:alphaModFix/>
          </a:blip>
          <a:stretch>
            <a:fillRect/>
          </a:stretch>
        </p:blipFill>
        <p:spPr>
          <a:xfrm>
            <a:off x="2144900" y="1547900"/>
            <a:ext cx="7902200" cy="4652200"/>
          </a:xfrm>
          <a:prstGeom prst="rect">
            <a:avLst/>
          </a:prstGeom>
          <a:noFill/>
          <a:ln>
            <a:noFill/>
          </a:ln>
        </p:spPr>
      </p:pic>
      <p:pic>
        <p:nvPicPr>
          <p:cNvPr id="5" name="Google Shape;262;p2">
            <a:extLst>
              <a:ext uri="{FF2B5EF4-FFF2-40B4-BE49-F238E27FC236}">
                <a16:creationId xmlns:a16="http://schemas.microsoft.com/office/drawing/2014/main" id="{0AFD5212-1CBC-4CC3-B78F-817318CF710B}"/>
              </a:ext>
            </a:extLst>
          </p:cNvPr>
          <p:cNvPicPr preferRelativeResize="0"/>
          <p:nvPr/>
        </p:nvPicPr>
        <p:blipFill rotWithShape="1">
          <a:blip r:embed="rId4">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35"/>
        <p:cNvGrpSpPr/>
        <p:nvPr/>
      </p:nvGrpSpPr>
      <p:grpSpPr>
        <a:xfrm>
          <a:off x="0" y="0"/>
          <a:ext cx="0" cy="0"/>
          <a:chOff x="0" y="0"/>
          <a:chExt cx="0" cy="0"/>
        </a:xfrm>
      </p:grpSpPr>
      <p:sp>
        <p:nvSpPr>
          <p:cNvPr id="736" name="Google Shape;736;p109"/>
          <p:cNvSpPr txBox="1"/>
          <p:nvPr/>
        </p:nvSpPr>
        <p:spPr>
          <a:xfrm>
            <a:off x="1591400" y="2539470"/>
            <a:ext cx="9009198"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6000"/>
              <a:buFont typeface="Work Sans"/>
              <a:buNone/>
            </a:pPr>
            <a:r>
              <a:rPr lang="es-CO" sz="6000" b="1" i="0" u="none" strike="noStrike" cap="none">
                <a:solidFill>
                  <a:srgbClr val="FFFFFF"/>
                </a:solidFill>
                <a:latin typeface="Work Sans"/>
                <a:ea typeface="Work Sans"/>
                <a:cs typeface="Work Sans"/>
                <a:sym typeface="Work Sans"/>
              </a:rPr>
              <a:t>REPOSITORIO GIT-HUB</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6000"/>
              <a:buFont typeface="Work Sans"/>
              <a:buNone/>
            </a:pPr>
            <a:endParaRPr sz="6000" b="1" i="0" u="none" strike="noStrike" cap="none">
              <a:solidFill>
                <a:srgbClr val="FFFFFF"/>
              </a:solidFill>
              <a:latin typeface="Work Sans"/>
              <a:ea typeface="Work Sans"/>
              <a:cs typeface="Work Sans"/>
              <a:sym typeface="Work Sans"/>
            </a:endParaRPr>
          </a:p>
        </p:txBody>
      </p:sp>
      <p:cxnSp>
        <p:nvCxnSpPr>
          <p:cNvPr id="737" name="Google Shape;737;p109"/>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35"/>
        <p:cNvGrpSpPr/>
        <p:nvPr/>
      </p:nvGrpSpPr>
      <p:grpSpPr>
        <a:xfrm>
          <a:off x="0" y="0"/>
          <a:ext cx="0" cy="0"/>
          <a:chOff x="0" y="0"/>
          <a:chExt cx="0" cy="0"/>
        </a:xfrm>
      </p:grpSpPr>
      <p:sp>
        <p:nvSpPr>
          <p:cNvPr id="736" name="Google Shape;736;p109"/>
          <p:cNvSpPr txBox="1"/>
          <p:nvPr/>
        </p:nvSpPr>
        <p:spPr>
          <a:xfrm>
            <a:off x="1591400" y="2539470"/>
            <a:ext cx="9009198" cy="101562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6000"/>
              <a:buFont typeface="Work Sans"/>
              <a:buNone/>
              <a:tabLst/>
              <a:defRPr/>
            </a:pPr>
            <a:r>
              <a:rPr lang="es-MX" sz="6000" b="1" dirty="0">
                <a:solidFill>
                  <a:srgbClr val="FFFFFF"/>
                </a:solidFill>
                <a:latin typeface="Work Sans"/>
                <a:ea typeface="Work Sans"/>
                <a:cs typeface="Work Sans"/>
                <a:sym typeface="Work Sans"/>
              </a:rPr>
              <a:t>MOCK-UP NAVEGABLE</a:t>
            </a:r>
            <a:endParaRPr kumimoji="0" sz="6000" b="1" i="0" u="none" strike="noStrike" kern="0" cap="none" spc="0" normalizeH="0" baseline="0" noProof="0" dirty="0">
              <a:ln>
                <a:noFill/>
              </a:ln>
              <a:solidFill>
                <a:srgbClr val="FFFFFF"/>
              </a:solidFill>
              <a:effectLst/>
              <a:uLnTx/>
              <a:uFillTx/>
              <a:latin typeface="Work Sans"/>
              <a:ea typeface="Work Sans"/>
              <a:cs typeface="Work Sans"/>
              <a:sym typeface="Work Sans"/>
            </a:endParaRPr>
          </a:p>
        </p:txBody>
      </p:sp>
      <p:cxnSp>
        <p:nvCxnSpPr>
          <p:cNvPr id="737" name="Google Shape;737;p109"/>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extLst>
      <p:ext uri="{BB962C8B-B14F-4D97-AF65-F5344CB8AC3E}">
        <p14:creationId xmlns:p14="http://schemas.microsoft.com/office/powerpoint/2010/main" val="26784157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56"/>
          <p:cNvSpPr txBox="1"/>
          <p:nvPr/>
        </p:nvSpPr>
        <p:spPr>
          <a:xfrm>
            <a:off x="974674" y="642970"/>
            <a:ext cx="729989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REPOSITORIO GIT-HUB</a:t>
            </a:r>
            <a:endParaRPr sz="3600" b="1" i="0" u="none" strike="noStrike" cap="none">
              <a:solidFill>
                <a:srgbClr val="38AA00"/>
              </a:solidFill>
              <a:latin typeface="Work Sans"/>
              <a:ea typeface="Work Sans"/>
              <a:cs typeface="Work Sans"/>
              <a:sym typeface="Work Sans"/>
            </a:endParaRPr>
          </a:p>
        </p:txBody>
      </p:sp>
      <p:cxnSp>
        <p:nvCxnSpPr>
          <p:cNvPr id="743" name="Google Shape;743;p56"/>
          <p:cNvCxnSpPr/>
          <p:nvPr/>
        </p:nvCxnSpPr>
        <p:spPr>
          <a:xfrm>
            <a:off x="1066778" y="1188940"/>
            <a:ext cx="1425934" cy="0"/>
          </a:xfrm>
          <a:prstGeom prst="straightConnector1">
            <a:avLst/>
          </a:prstGeom>
          <a:noFill/>
          <a:ln w="12700" cap="flat" cmpd="sng">
            <a:solidFill>
              <a:srgbClr val="4D4D4C"/>
            </a:solidFill>
            <a:prstDash val="solid"/>
            <a:miter lim="0"/>
            <a:headEnd type="none" w="sm" len="sm"/>
            <a:tailEnd type="none" w="sm" len="sm"/>
          </a:ln>
        </p:spPr>
      </p:cxnSp>
      <p:pic>
        <p:nvPicPr>
          <p:cNvPr id="744" name="Google Shape;744;p56">
            <a:hlinkClick r:id="rId3"/>
          </p:cNvPr>
          <p:cNvPicPr preferRelativeResize="0"/>
          <p:nvPr/>
        </p:nvPicPr>
        <p:blipFill rotWithShape="1">
          <a:blip r:embed="rId4">
            <a:alphaModFix/>
          </a:blip>
          <a:srcRect r="1039"/>
          <a:stretch/>
        </p:blipFill>
        <p:spPr>
          <a:xfrm>
            <a:off x="1753280" y="1319568"/>
            <a:ext cx="8685440" cy="5485379"/>
          </a:xfrm>
          <a:prstGeom prst="rect">
            <a:avLst/>
          </a:prstGeom>
          <a:noFill/>
          <a:ln>
            <a:noFill/>
          </a:ln>
        </p:spPr>
      </p:pic>
      <p:pic>
        <p:nvPicPr>
          <p:cNvPr id="5" name="Google Shape;262;p2">
            <a:extLst>
              <a:ext uri="{FF2B5EF4-FFF2-40B4-BE49-F238E27FC236}">
                <a16:creationId xmlns:a16="http://schemas.microsoft.com/office/drawing/2014/main" id="{7BB791D1-F359-4159-A508-EA54671306AA}"/>
              </a:ext>
            </a:extLst>
          </p:cNvPr>
          <p:cNvPicPr preferRelativeResize="0"/>
          <p:nvPr/>
        </p:nvPicPr>
        <p:blipFill rotWithShape="1">
          <a:blip r:embed="rId5">
            <a:alphaModFix/>
          </a:blip>
          <a:srcRect l="984" t="-134"/>
          <a:stretch/>
        </p:blipFill>
        <p:spPr>
          <a:xfrm>
            <a:off x="10998966" y="6030081"/>
            <a:ext cx="993105" cy="64676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35"/>
        <p:cNvGrpSpPr/>
        <p:nvPr/>
      </p:nvGrpSpPr>
      <p:grpSpPr>
        <a:xfrm>
          <a:off x="0" y="0"/>
          <a:ext cx="0" cy="0"/>
          <a:chOff x="0" y="0"/>
          <a:chExt cx="0" cy="0"/>
        </a:xfrm>
      </p:grpSpPr>
      <p:sp>
        <p:nvSpPr>
          <p:cNvPr id="736" name="Google Shape;736;p109"/>
          <p:cNvSpPr txBox="1"/>
          <p:nvPr/>
        </p:nvSpPr>
        <p:spPr>
          <a:xfrm>
            <a:off x="1591400" y="2539470"/>
            <a:ext cx="9009198" cy="101562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FFFFFF"/>
              </a:buClr>
              <a:buSzPts val="6000"/>
              <a:buFont typeface="Work Sans"/>
              <a:buNone/>
              <a:tabLst/>
              <a:defRPr/>
            </a:pPr>
            <a:r>
              <a:rPr kumimoji="0" lang="es-MX" sz="6000" b="1" i="0" u="none" strike="noStrike" kern="0" cap="none" spc="0" normalizeH="0" baseline="0" noProof="0" dirty="0">
                <a:ln>
                  <a:noFill/>
                </a:ln>
                <a:solidFill>
                  <a:srgbClr val="FFFFFF"/>
                </a:solidFill>
                <a:effectLst/>
                <a:uLnTx/>
                <a:uFillTx/>
                <a:latin typeface="Work Sans"/>
                <a:ea typeface="Work Sans"/>
                <a:cs typeface="Work Sans"/>
                <a:sym typeface="Work Sans"/>
              </a:rPr>
              <a:t>BIBLIOGRAFÍA</a:t>
            </a:r>
            <a:endParaRPr kumimoji="0" sz="6000" b="1" i="0" u="none" strike="noStrike" kern="0" cap="none" spc="0" normalizeH="0" baseline="0" noProof="0" dirty="0">
              <a:ln>
                <a:noFill/>
              </a:ln>
              <a:solidFill>
                <a:srgbClr val="FFFFFF"/>
              </a:solidFill>
              <a:effectLst/>
              <a:uLnTx/>
              <a:uFillTx/>
              <a:latin typeface="Work Sans"/>
              <a:ea typeface="Work Sans"/>
              <a:cs typeface="Work Sans"/>
              <a:sym typeface="Work Sans"/>
            </a:endParaRPr>
          </a:p>
        </p:txBody>
      </p:sp>
      <p:cxnSp>
        <p:nvCxnSpPr>
          <p:cNvPr id="737" name="Google Shape;737;p109"/>
          <p:cNvCxnSpPr/>
          <p:nvPr/>
        </p:nvCxnSpPr>
        <p:spPr>
          <a:xfrm>
            <a:off x="5013630" y="3555133"/>
            <a:ext cx="2247544" cy="0"/>
          </a:xfrm>
          <a:prstGeom prst="straightConnector1">
            <a:avLst/>
          </a:prstGeom>
          <a:noFill/>
          <a:ln w="12700" cap="flat" cmpd="sng">
            <a:solidFill>
              <a:schemeClr val="lt1"/>
            </a:solidFill>
            <a:prstDash val="solid"/>
            <a:miter lim="0"/>
            <a:headEnd type="none" w="sm" len="sm"/>
            <a:tailEnd type="none" w="sm" len="sm"/>
          </a:ln>
        </p:spPr>
      </p:cxnSp>
    </p:spTree>
    <p:extLst>
      <p:ext uri="{BB962C8B-B14F-4D97-AF65-F5344CB8AC3E}">
        <p14:creationId xmlns:p14="http://schemas.microsoft.com/office/powerpoint/2010/main" val="19243907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22"/>
          <p:cNvSpPr txBox="1"/>
          <p:nvPr/>
        </p:nvSpPr>
        <p:spPr>
          <a:xfrm>
            <a:off x="939045" y="870833"/>
            <a:ext cx="4954319" cy="676598"/>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90000"/>
              </a:lnSpc>
              <a:spcBef>
                <a:spcPts val="0"/>
              </a:spcBef>
              <a:spcAft>
                <a:spcPts val="0"/>
              </a:spcAft>
              <a:buClr>
                <a:srgbClr val="38AA00"/>
              </a:buClr>
              <a:buSzPts val="3600"/>
              <a:buFont typeface="Work Sans"/>
              <a:buNone/>
              <a:tabLst/>
              <a:defRPr/>
            </a:pPr>
            <a:r>
              <a:rPr kumimoji="0" lang="es-CO" sz="3600" b="1" i="0" u="none" strike="noStrike" kern="0" cap="none" spc="0" normalizeH="0" baseline="0" noProof="0" dirty="0">
                <a:ln>
                  <a:noFill/>
                </a:ln>
                <a:solidFill>
                  <a:srgbClr val="38AA00"/>
                </a:solidFill>
                <a:effectLst/>
                <a:uLnTx/>
                <a:uFillTx/>
                <a:latin typeface="Work Sans"/>
                <a:ea typeface="Work Sans"/>
                <a:cs typeface="Work Sans"/>
                <a:sym typeface="Work Sans"/>
              </a:rPr>
              <a:t>Bibliografía</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410" name="Google Shape;410;p22"/>
          <p:cNvCxnSpPr/>
          <p:nvPr/>
        </p:nvCxnSpPr>
        <p:spPr>
          <a:xfrm>
            <a:off x="1049318" y="1403544"/>
            <a:ext cx="1425934" cy="0"/>
          </a:xfrm>
          <a:prstGeom prst="straightConnector1">
            <a:avLst/>
          </a:prstGeom>
          <a:noFill/>
          <a:ln w="12700" cap="flat" cmpd="sng">
            <a:solidFill>
              <a:srgbClr val="4D4D4C"/>
            </a:solidFill>
            <a:prstDash val="solid"/>
            <a:miter lim="0"/>
            <a:headEnd type="none" w="sm" len="sm"/>
            <a:tailEnd type="none" w="sm" len="sm"/>
          </a:ln>
        </p:spPr>
      </p:cxnSp>
      <p:sp>
        <p:nvSpPr>
          <p:cNvPr id="411" name="Google Shape;411;p22"/>
          <p:cNvSpPr txBox="1"/>
          <p:nvPr/>
        </p:nvSpPr>
        <p:spPr>
          <a:xfrm>
            <a:off x="1049318" y="1845598"/>
            <a:ext cx="10324698" cy="1408037"/>
          </a:xfrm>
          <a:prstGeom prst="rect">
            <a:avLst/>
          </a:prstGeom>
          <a:noFill/>
          <a:ln>
            <a:noFill/>
          </a:ln>
        </p:spPr>
        <p:txBody>
          <a:bodyPr spcFirstLastPara="1" wrap="square" lIns="91425" tIns="45700" rIns="91425" bIns="45700" anchor="t" anchorCtr="0">
            <a:spAutoFit/>
          </a:bodyPr>
          <a:lstStyle/>
          <a:p>
            <a:pPr marL="69850" marR="138430" rtl="0">
              <a:spcBef>
                <a:spcPts val="700"/>
              </a:spcBef>
              <a:spcAft>
                <a:spcPts val="0"/>
              </a:spcAft>
            </a:pPr>
            <a:r>
              <a:rPr lang="es-CO" sz="1800" b="0" i="0" u="none" strike="noStrike" dirty="0">
                <a:solidFill>
                  <a:srgbClr val="000000"/>
                </a:solidFill>
                <a:effectLst/>
                <a:latin typeface="Times New Roman" panose="02020603050405020304" pitchFamily="18" charset="0"/>
              </a:rPr>
              <a:t>GW </a:t>
            </a:r>
            <a:r>
              <a:rPr lang="es-CO" sz="1800" b="0" i="0" u="none" strike="noStrike" dirty="0" err="1">
                <a:solidFill>
                  <a:srgbClr val="000000"/>
                </a:solidFill>
                <a:effectLst/>
                <a:latin typeface="Times New Roman" panose="02020603050405020304" pitchFamily="18" charset="0"/>
              </a:rPr>
              <a:t>Bikes</a:t>
            </a:r>
            <a:r>
              <a:rPr lang="es-CO" sz="1800" b="0" i="0" u="none" strike="noStrike" dirty="0">
                <a:solidFill>
                  <a:srgbClr val="000000"/>
                </a:solidFill>
                <a:effectLst/>
                <a:latin typeface="Times New Roman" panose="02020603050405020304" pitchFamily="18" charset="0"/>
              </a:rPr>
              <a:t>. (s.f.). GW </a:t>
            </a:r>
            <a:r>
              <a:rPr lang="es-CO" sz="1800" b="0" i="0" u="none" strike="noStrike" dirty="0" err="1">
                <a:solidFill>
                  <a:srgbClr val="000000"/>
                </a:solidFill>
                <a:effectLst/>
                <a:latin typeface="Times New Roman" panose="02020603050405020304" pitchFamily="18" charset="0"/>
              </a:rPr>
              <a:t>Bicycles</a:t>
            </a:r>
            <a:r>
              <a:rPr lang="es-CO" sz="1800" b="0" i="0" u="none" strike="noStrike" dirty="0">
                <a:solidFill>
                  <a:srgbClr val="000000"/>
                </a:solidFill>
                <a:effectLst/>
                <a:latin typeface="Times New Roman" panose="02020603050405020304" pitchFamily="18" charset="0"/>
              </a:rPr>
              <a:t>.</a:t>
            </a:r>
            <a:r>
              <a:rPr lang="es-CO" sz="1800" b="0" i="0" u="none" strike="noStrike" dirty="0">
                <a:solidFill>
                  <a:srgbClr val="000000"/>
                </a:solidFill>
                <a:effectLst/>
                <a:latin typeface="Times New Roman" panose="02020603050405020304" pitchFamily="18" charset="0"/>
                <a:hlinkClick r:id="rId3"/>
              </a:rPr>
              <a:t> </a:t>
            </a:r>
            <a:r>
              <a:rPr lang="es-CO" sz="1800" b="0" i="0" u="sng" strike="noStrike" dirty="0">
                <a:solidFill>
                  <a:srgbClr val="1155CC"/>
                </a:solidFill>
                <a:effectLst/>
                <a:latin typeface="Times New Roman" panose="02020603050405020304" pitchFamily="18" charset="0"/>
                <a:hlinkClick r:id="rId3"/>
              </a:rPr>
              <a:t>https://gwbicycles.com</a:t>
            </a:r>
            <a:endParaRPr lang="es-CO" sz="2000" b="0" dirty="0">
              <a:effectLst/>
            </a:endParaRPr>
          </a:p>
          <a:p>
            <a:pPr marL="69850" marR="138430" rtl="0">
              <a:spcBef>
                <a:spcPts val="700"/>
              </a:spcBef>
              <a:spcAft>
                <a:spcPts val="0"/>
              </a:spcAft>
            </a:pPr>
            <a:r>
              <a:rPr lang="es-CO" sz="1800" b="0" i="0" u="none" strike="noStrike" dirty="0" err="1">
                <a:solidFill>
                  <a:srgbClr val="000000"/>
                </a:solidFill>
                <a:effectLst/>
                <a:latin typeface="Times New Roman" panose="02020603050405020304" pitchFamily="18" charset="0"/>
              </a:rPr>
              <a:t>Bike</a:t>
            </a:r>
            <a:r>
              <a:rPr lang="es-CO" sz="1800" b="0" i="0" u="none" strike="noStrike" dirty="0">
                <a:solidFill>
                  <a:srgbClr val="000000"/>
                </a:solidFill>
                <a:effectLst/>
                <a:latin typeface="Times New Roman" panose="02020603050405020304" pitchFamily="18" charset="0"/>
              </a:rPr>
              <a:t> House. (s.f.). </a:t>
            </a:r>
            <a:r>
              <a:rPr lang="es-CO" sz="1800" b="0" i="0" u="none" strike="noStrike" dirty="0" err="1">
                <a:solidFill>
                  <a:srgbClr val="000000"/>
                </a:solidFill>
                <a:effectLst/>
                <a:latin typeface="Times New Roman" panose="02020603050405020304" pitchFamily="18" charset="0"/>
              </a:rPr>
              <a:t>Bike</a:t>
            </a:r>
            <a:r>
              <a:rPr lang="es-CO" sz="1800" b="0" i="0" u="none" strike="noStrike" dirty="0">
                <a:solidFill>
                  <a:srgbClr val="000000"/>
                </a:solidFill>
                <a:effectLst/>
                <a:latin typeface="Times New Roman" panose="02020603050405020304" pitchFamily="18" charset="0"/>
              </a:rPr>
              <a:t> House Colombia.</a:t>
            </a:r>
            <a:r>
              <a:rPr lang="es-CO" sz="1800" b="0" i="0" u="none" strike="noStrike" dirty="0">
                <a:solidFill>
                  <a:srgbClr val="000000"/>
                </a:solidFill>
                <a:effectLst/>
                <a:latin typeface="Times New Roman" panose="02020603050405020304" pitchFamily="18" charset="0"/>
                <a:hlinkClick r:id="rId4"/>
              </a:rPr>
              <a:t> </a:t>
            </a:r>
            <a:r>
              <a:rPr lang="es-CO" sz="1800" b="0" i="0" u="sng" strike="noStrike" dirty="0">
                <a:solidFill>
                  <a:srgbClr val="1155CC"/>
                </a:solidFill>
                <a:effectLst/>
                <a:latin typeface="Times New Roman" panose="02020603050405020304" pitchFamily="18" charset="0"/>
                <a:hlinkClick r:id="rId4"/>
              </a:rPr>
              <a:t>https://bikehouse.co</a:t>
            </a:r>
            <a:endParaRPr lang="es-CO" sz="2000" b="0" dirty="0">
              <a:effectLst/>
            </a:endParaRPr>
          </a:p>
          <a:p>
            <a:pPr marL="69850" marR="138430" rtl="0">
              <a:spcBef>
                <a:spcPts val="700"/>
              </a:spcBef>
              <a:spcAft>
                <a:spcPts val="0"/>
              </a:spcAft>
            </a:pPr>
            <a:r>
              <a:rPr lang="en-US" sz="1800" b="0" i="0" u="none" strike="noStrike" dirty="0">
                <a:solidFill>
                  <a:srgbClr val="000000"/>
                </a:solidFill>
                <a:effectLst/>
                <a:latin typeface="Times New Roman" panose="02020603050405020304" pitchFamily="18" charset="0"/>
              </a:rPr>
              <a:t>Cyclewear. (</a:t>
            </a:r>
            <a:r>
              <a:rPr lang="en-US" sz="1800" b="0" i="0" u="none" strike="noStrike" dirty="0" err="1">
                <a:solidFill>
                  <a:srgbClr val="000000"/>
                </a:solidFill>
                <a:effectLst/>
                <a:latin typeface="Times New Roman" panose="02020603050405020304" pitchFamily="18" charset="0"/>
              </a:rPr>
              <a:t>s.f.</a:t>
            </a:r>
            <a:r>
              <a:rPr lang="en-US" sz="1800" b="0" i="0" u="none" strike="noStrike" dirty="0">
                <a:solidFill>
                  <a:srgbClr val="000000"/>
                </a:solidFill>
                <a:effectLst/>
                <a:latin typeface="Times New Roman" panose="02020603050405020304" pitchFamily="18" charset="0"/>
              </a:rPr>
              <a:t>). Cyclewear.</a:t>
            </a:r>
            <a:r>
              <a:rPr lang="en-US" sz="1800" b="0" i="0" u="none" strike="noStrike" dirty="0">
                <a:solidFill>
                  <a:srgbClr val="000000"/>
                </a:solidFill>
                <a:effectLst/>
                <a:latin typeface="Times New Roman" panose="02020603050405020304" pitchFamily="18" charset="0"/>
                <a:hlinkClick r:id="rId5"/>
              </a:rPr>
              <a:t> </a:t>
            </a:r>
            <a:r>
              <a:rPr lang="en-US" sz="1800" b="0" i="0" u="sng" strike="noStrike" dirty="0">
                <a:solidFill>
                  <a:srgbClr val="1155CC"/>
                </a:solidFill>
                <a:effectLst/>
                <a:latin typeface="Times New Roman" panose="02020603050405020304" pitchFamily="18" charset="0"/>
                <a:hlinkClick r:id="rId5"/>
              </a:rPr>
              <a:t>https://cyclewear.com.co</a:t>
            </a:r>
            <a:endParaRPr lang="en-US" b="0" dirty="0">
              <a:effectLst/>
            </a:endParaRPr>
          </a:p>
          <a:p>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412" name="Google Shape;412;p22"/>
          <p:cNvPicPr preferRelativeResize="0"/>
          <p:nvPr/>
        </p:nvPicPr>
        <p:blipFill rotWithShape="1">
          <a:blip r:embed="rId6">
            <a:alphaModFix/>
          </a:blip>
          <a:srcRect/>
          <a:stretch/>
        </p:blipFill>
        <p:spPr>
          <a:xfrm>
            <a:off x="5028161" y="4479011"/>
            <a:ext cx="2135678" cy="2135678"/>
          </a:xfrm>
          <a:prstGeom prst="rect">
            <a:avLst/>
          </a:prstGeom>
          <a:noFill/>
          <a:ln>
            <a:noFill/>
          </a:ln>
        </p:spPr>
      </p:pic>
      <p:pic>
        <p:nvPicPr>
          <p:cNvPr id="6" name="Google Shape;262;p2">
            <a:extLst>
              <a:ext uri="{FF2B5EF4-FFF2-40B4-BE49-F238E27FC236}">
                <a16:creationId xmlns:a16="http://schemas.microsoft.com/office/drawing/2014/main" id="{3FF44832-9C76-4B93-8EC6-4FADA2B6B37F}"/>
              </a:ext>
            </a:extLst>
          </p:cNvPr>
          <p:cNvPicPr preferRelativeResize="0"/>
          <p:nvPr/>
        </p:nvPicPr>
        <p:blipFill rotWithShape="1">
          <a:blip r:embed="rId7">
            <a:alphaModFix/>
          </a:blip>
          <a:srcRect l="984" t="-134"/>
          <a:stretch/>
        </p:blipFill>
        <p:spPr>
          <a:xfrm>
            <a:off x="10998966" y="6030081"/>
            <a:ext cx="993105" cy="646764"/>
          </a:xfrm>
          <a:prstGeom prst="rect">
            <a:avLst/>
          </a:prstGeom>
          <a:noFill/>
          <a:ln>
            <a:noFill/>
          </a:ln>
        </p:spPr>
      </p:pic>
    </p:spTree>
    <p:extLst>
      <p:ext uri="{BB962C8B-B14F-4D97-AF65-F5344CB8AC3E}">
        <p14:creationId xmlns:p14="http://schemas.microsoft.com/office/powerpoint/2010/main" val="33018399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4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2_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320</TotalTime>
  <Words>2977</Words>
  <Application>Microsoft Office PowerPoint</Application>
  <PresentationFormat>Panorámica</PresentationFormat>
  <Paragraphs>286</Paragraphs>
  <Slides>78</Slides>
  <Notes>78</Notes>
  <HiddenSlides>0</HiddenSlides>
  <MMClips>0</MMClips>
  <ScaleCrop>false</ScaleCrop>
  <HeadingPairs>
    <vt:vector size="6" baseType="variant">
      <vt:variant>
        <vt:lpstr>Fuentes usadas</vt:lpstr>
      </vt:variant>
      <vt:variant>
        <vt:i4>5</vt:i4>
      </vt:variant>
      <vt:variant>
        <vt:lpstr>Tema</vt:lpstr>
      </vt:variant>
      <vt:variant>
        <vt:i4>3</vt:i4>
      </vt:variant>
      <vt:variant>
        <vt:lpstr>Títulos de diapositiva</vt:lpstr>
      </vt:variant>
      <vt:variant>
        <vt:i4>78</vt:i4>
      </vt:variant>
    </vt:vector>
  </HeadingPairs>
  <TitlesOfParts>
    <vt:vector size="86" baseType="lpstr">
      <vt:lpstr>Times New Roman</vt:lpstr>
      <vt:lpstr>Work Sans Light</vt:lpstr>
      <vt:lpstr>Calibri</vt:lpstr>
      <vt:lpstr>Work Sans</vt:lpstr>
      <vt:lpstr>Arial</vt:lpstr>
      <vt:lpstr>2_Tema de Office</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APRENDIZ</dc:creator>
  <cp:lastModifiedBy>Anyi Melo Salinas</cp:lastModifiedBy>
  <cp:revision>8</cp:revision>
  <dcterms:modified xsi:type="dcterms:W3CDTF">2026-07-01T03:18:14Z</dcterms:modified>
</cp:coreProperties>
</file>